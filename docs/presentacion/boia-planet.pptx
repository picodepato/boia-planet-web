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01 · Portada y resumen" id="{11ce071a-bd3c-38b3-4e8c-16bb2d987d83}">
          <p14:sldIdLst>
            <p14:sldId id="256"/>
            <p14:sldId id="257"/>
          </p14:sldIdLst>
        </p14:section>
        <p14:section name="02 · Landing" id="{9bb40953-11b1-83f6-eb15-51bee47fa436}">
          <p14:sldIdLst>
            <p14:sldId id="258"/>
            <p14:sldId id="259"/>
            <p14:sldId id="260"/>
            <p14:sldId id="261"/>
            <p14:sldId id="262"/>
          </p14:sldIdLst>
        </p14:section>
        <p14:section name="03 · Páginas" id="{e1e7e821-ef37-7034-b0ee-e4f61eb20460}">
          <p14:sldIdLst>
            <p14:sldId id="263"/>
            <p14:sldId id="264"/>
          </p14:sldIdLst>
        </p14:section>
        <p14:section name="04 · Carnet BOIA y Ranking" id="{68fb6967-394a-ce48-77cc-eb53123d9876}">
          <p14:sldIdLst>
            <p14:sldId id="265"/>
            <p14:sldId id="266"/>
          </p14:sldIdLst>
        </p14:section>
        <p14:section name="05 · El océano" id="{fef93d1b-4d68-1d2f-9e66-2d4a0448d0b0}">
          <p14:sldIdLst>
            <p14:sldId id="267"/>
            <p14:sldId id="268"/>
          </p14:sldIdLst>
        </p14:section>
        <p14:section name="06 · Minijuegos" id="{328f49b7-5e76-642e-f475-7381c4e05ec5}">
          <p14:sldIdLst>
            <p14:sldId id="269"/>
            <p14:sldId id="270"/>
          </p14:sldIdLst>
        </p14:section>
        <p14:section name="07 · Admin" id="{318399f7-db05-fcd6-4840-3f8b417bf625}">
          <p14:sldIdLst>
            <p14:sldId id="271"/>
            <p14:sldId id="272"/>
          </p14:sldIdLst>
        </p14:section>
        <p14:section name="08 · Hoja de ruta para salir" id="{19830cfd-1085-2a89-b913-06b0b2d2eef3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Repasamos la web entera, sección a sección, tal y como está hoy.
- En cada sección: qué es, qué tiene, qué falta para salir y vuestras preguntas.
- El objetivo: saber qué nos separa de publicarla cuanto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provisional: la escribe la tarea T211.
- Se quita al escribir la parte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 landing es la puerta de entrada y la que vende entradas.
- Es una sola página que se baja con el dedo: del planeta al mar y a cada sección.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Es la primera impresión: tiene que cargar rápido también en móviles normales.
- Si el móvil no puede con el 3D, se ve una imagen fija con los mismos botones.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panel enseña los eventos a la venta y lleva a la ticketera.
- Hoy los enlaces de compra son de muestra.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 naranja es lo que hace falta sí o sí para publicar.
- La tipografía puede esperar: la que va ahora es casi igual.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Las propuestas salen del código y de los documentos: son ideas, no decisiones.
- Apuntamos lo que se decida y entra en la hoja de ruta.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PORTADA">
    <p:bg>
      <p:bgPr>
        <a:solidFill>
          <a:srgbClr val="0508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PARTE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3969" y="6428232"/>
            <a:ext cx="849086" cy="2377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ANCHO">
    <p:bg>
      <p:bgPr>
        <a:solidFill>
          <a:srgbClr val="0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3969" y="6428232"/>
            <a:ext cx="849086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MITAD">
    <p:bg>
      <p:bgPr>
        <a:solidFill>
          <a:srgbClr val="0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3969" y="6428232"/>
            <a:ext cx="849086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03720" y="777240"/>
            <a:ext cx="5120640" cy="512064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9483" y="1371600"/>
            <a:ext cx="3929113" cy="3931920"/>
          </a:xfrm>
          <a:prstGeom prst="rect">
            <a:avLst/>
          </a:prstGeom>
        </p:spPr>
      </p:pic>
      <p:pic>
        <p:nvPicPr>
          <p:cNvPr id="4" name="Image 1" descr="BO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22960"/>
            <a:ext cx="4206240" cy="1177747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23317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 PARA LOS SOCIOS DE BOIA</a:t>
            </a:r>
            <a:endParaRPr lang="en-US" sz="1300" dirty="0"/>
          </a:p>
        </p:txBody>
      </p:sp>
      <p:sp>
        <p:nvSpPr>
          <p:cNvPr id="6" name="Título"/>
          <p:cNvSpPr txBox="1"/>
          <p:nvPr/>
        </p:nvSpPr>
        <p:spPr>
          <a:xfrm>
            <a:off x="548640" y="269748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BOIA.PLANET</a:t>
            </a:r>
            <a:endParaRPr lang="en-US" sz="4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611880"/>
            <a:ext cx="612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hay y qué falta para salir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Octubre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PORTADA Y RESUMEN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Pendiente: resumen y estado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irán qué es BOIA.PLANET, el mapa de la presentación y dónde está hoy la versión de prueba.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Landing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primero que ve quien entra: el planeta, las entradas y todo BOIA en un solo scroll</a:t>
            </a:r>
            <a:endParaRPr lang="en-US" sz="1800" dirty="0"/>
          </a:p>
        </p:txBody>
      </p:sp>
      <p:sp>
        <p:nvSpPr>
          <p:cNvPr id="7" name="Secciones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  ·   Próximo evento   ·   Filosofía   ·   Artistas   ·   Fotos   ·   Tienda   ·   Contacto   ·   Pie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hero: el planeta BOIA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entrar aparece el planeta BOIA en 3D, con el nombre en grande y dos botones: «Zarpar», que lleva al océano para jugar y buscar descuentos, y «Entradas», que abre la compra.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bajar con el dedo, la cámara se acerca al mar y empieza el resto de la página.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formas de convertir, en la primera pantalla: comprar o zarpar.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Comprar sin salir del hero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373795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45014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0248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349024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reposo: «Zarpar» y «Entradas»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648071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9291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015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623300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«Entradas» abre el panel de eventos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necesarios para salir   ·   1 puede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749808"/>
          </a:xfrm>
          <a:prstGeom prst="roundRect">
            <a:avLst>
              <a:gd name="adj" fmla="val 12195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93852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el arte del hero: el planeta, los objetos 3D y la imagen fija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615184"/>
            <a:ext cx="11094415" cy="749808"/>
          </a:xfrm>
          <a:prstGeom prst="roundRect">
            <a:avLst>
              <a:gd name="adj" fmla="val 12195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8163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615184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la ticketera y poner los enlaces de compra reales en «Entradas»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615184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493008"/>
            <a:ext cx="11094415" cy="749808"/>
          </a:xfrm>
          <a:prstGeom prst="roundRect">
            <a:avLst>
              <a:gd name="adj" fmla="val 12195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69417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493008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la frase de las esquinas: «Música sin un único género…»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493008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370832"/>
            <a:ext cx="11094415" cy="749808"/>
          </a:xfrm>
          <a:prstGeom prst="roundRect">
            <a:avLst>
              <a:gd name="adj" fmla="val 12195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57200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370832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Probarlo en móviles de verdad: scroll, batería, ahorro de datos y lector de pantalla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370832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5248656"/>
            <a:ext cx="11094415" cy="749808"/>
          </a:xfrm>
          <a:prstGeom prst="roundRect">
            <a:avLst>
              <a:gd name="adj" fmla="val 12195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Puede esperar"/>
          <p:cNvSpPr txBox="1"/>
          <p:nvPr/>
        </p:nvSpPr>
        <p:spPr>
          <a:xfrm>
            <a:off x="731520" y="544982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5248656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Comprar la licencia de la tipografía Druk Wide (mientras, va una libre muy parecida)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5248656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 y propuestas</a:t>
            </a:r>
            <a:endParaRPr lang="en-US" sz="2800" dirty="0"/>
          </a:p>
        </p:txBody>
      </p:sp>
      <p:sp>
        <p:nvSpPr>
          <p:cNvPr id="4" name="Preguntas"/>
          <p:cNvSpPr/>
          <p:nvPr/>
        </p:nvSpPr>
        <p:spPr>
          <a:xfrm>
            <a:off x="548640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EC4F24"/>
          </a:solidFill>
          <a:ln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¿Os gusta el planeta como primera imagen, o preferís empezar con el cartel del próximo evento?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ticketera usamos: Fourvenues u otra? ¿Hay ya cuenta?</a:t>
            </a:r>
            <a:endParaRPr lang="en-US" sz="1500" dirty="0"/>
          </a:p>
        </p:txBody>
      </p:sp>
      <p:sp>
        <p:nvSpPr>
          <p:cNvPr id="8" name="Propuestas"/>
          <p:cNvSpPr/>
          <p:nvPr/>
        </p:nvSpPr>
        <p:spPr>
          <a:xfrm>
            <a:off x="6278728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rgbClr val="B9A6FF"/>
          </a:solidFill>
          <a:ln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08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47408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Propuestas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Poner bajo «Entradas» la fecha del próximo evento, para que se vea sin abrir el panel.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cuánta gente pulsa «Zarpar» y cuánta «Entradas» en las primeras semanas.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Páginas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Eventos, artistas, fotos, tienda y legales: las páginas de la web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T206.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Carnet BOIA y Ranking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Carnet con sus sellos, el sello de la fiesta y la clasificación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CARNET BOIA Y RANKING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T207.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océano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mundo en 3D que se recorre en barco: islas, personajes, secretos y descuentos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EL OCÉANO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T208.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Minijuegos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Rápidos, el Cañón y la Defensa del Castillo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MINIJUEGOS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T209.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panel para cambiar la web sin tocar código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ADMIN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T210.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Hoja de ruta para salir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necesario para publicar, quién lo hace y qué decidimos hoy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·  HOJA DE RUTA PARA SALIR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T211.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BOIA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BOIA.PLANET — qué hay y qué falta para salir</dc:title>
  <dc:subject>PptxGenJS Presentation</dc:subject>
  <dc:creator>BOIA</dc:creator>
  <cp:lastModifiedBy>BOIA</cp:lastModifiedBy>
  <cp:revision>1</cp:revision>
  <dcterms:created xsi:type="dcterms:W3CDTF">2026-10-07T19:02:16Z</dcterms:created>
  <dcterms:modified xsi:type="dcterms:W3CDTF">2026-10-07T19:02:16Z</dcterms:modified>
</cp:coreProperties>
</file>