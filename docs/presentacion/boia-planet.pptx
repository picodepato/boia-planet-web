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1 · Portada y resumen" id="{b0f274e8-61f2-f4df-3811-7693ac8e667f}">
          <p14:sldIdLst>
            <p14:sldId id="256"/>
            <p14:sldId id="257"/>
          </p14:sldIdLst>
        </p14:section>
        <p14:section name="02 · Landing" id="{48c5c4b7-2e49-6a72-b914-0236a47cc117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3 · Páginas" id="{fe2952d1-2655-13e2-6c1a-242566773919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04 · Carnet BOIA y Ranking" id="{b4663dec-e2c3-ec29-c65b-93c7b5a3f172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05 · El océano" id="{c23b07a7-422f-1373-9ce9-7fb6972273da}">
          <p14:sldIdLst>
            <p14:sldId id="286"/>
            <p14:sldId id="287"/>
          </p14:sldIdLst>
        </p14:section>
        <p14:section name="06 · Minijuegos" id="{91096df5-2028-a0f0-47e2-04e619851eb1}">
          <p14:sldIdLst>
            <p14:sldId id="288"/>
            <p14:sldId id="289"/>
          </p14:sldIdLst>
        </p14:section>
        <p14:section name="07 · Admin" id="{8e4e9013-54f9-bd20-d393-d1de52a40094}">
          <p14:sldIdLst>
            <p14:sldId id="290"/>
            <p14:sldId id="291"/>
          </p14:sldIdLst>
        </p14:section>
        <p14:section name="08 · Hoja de ruta para salir" id="{6113e38e-2552-9008-fff4-4c413ba85b26}">
          <p14:sldIdLst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Repasamos la web entera, sección a sección, tal y como está hoy.
- En cada sección: qué es, qué tiene, qué falta para salir y vuestras preguntas.
- El objetivo: saber qué nos separa de publicarla cuanto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provisional: la escribe la tarea T211.
- Se quita al escribir la parte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landing es la puerta de entrada y la que vende entradas.
- Es una sola página que se baja con el dedo: del planeta al mar y a cada sección.
- Dos bloques: el hero con la compra, y las secciones que suben al bajar.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primera impresión: tiene que cargar rápido también en móviles normales.
- «Consigue descuentos» tiene un destello suave cada 8 segundos.
- En las esquinas: «BOIA · Alicante», las coordenadas y la frase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se pagan en la puerta: con el Carnet BOIA, 2 € menos.
- Nochevieja abre una compra de prueba: hoy no se cobra nada.
- Con «reducir movimiento», sin 3D o con poca memoria sale una imagen fija de Blender con los mismos botones.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naranja hace falta sí o sí para publicar; lo violeta puede llegar después.
- Hoy las horas, los precios y los enlaces de compra son de muestra.
- La tipografía puede esperar: la que va ahora es casi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decisiones.
- Hoy la taquilla se marca en el contenido, no en el Admin.
- Apuntamos lo que se decida y entra en la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próximo evento sale en grande; sin cartel, dice «Cartel próximamente».
- Cada evento tiene su botón de compra y su página.
- Las fotos son huecos de muestra; «Ver todas» y «Ir en barco» llevan a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falta el enlace real de cada artista (Spotify u otro).
- Sin foto: en la banda sólo sale el nombre; las fotos van en la página de artistas.
- La web no carga nada de Spotify: sólo enlaza.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la filosofía la aprueba Álvaro, tal cual o con cambios.
- El menú «Filosofía» lleva directamente aquí.
- Hoy el Admin no edita este texto: el cambio lo pone Hernán en el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Tienda: camisetas, tote bags y pegatinas; cada una pasa tres fotos de muestra. «Comprar» manda a escribir por Instagram.
- Pie: el logo, la lista de Spotify, invitación al Carnet y al WhatsApp, redes, legales, «Ver la introducción» y «Probar admin».
- Cabecera: «Entradas» siempre a mano; con cuentas, «Cerrar sesión» junto al Carnet.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esto entra sin tocar código: un archivo con los enlaces y una carpeta con las imágenes.
- Cada enlace de prueba lleva hoy la etiqueta «MUESTRA», que desaparece al poner el real.
- Sin fotos de artistas la banda funciona: sólo sale el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propuestas del equipo: Hernán las revisa antes de hacer nada.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páginas sencillas, sin el planeta 3D: cargan rápido y se pueden compartir por WhatsApp.
- Todo lo que se ve hoy es de muestra salvo los nombres y fechas de los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hay tres eventos a la venta: Halloween (31 oct), SONIDO (5 dic) y Nochevieja.
- Las fechas son reales; horas y precios, de muestra.
- Si alguien cambia algo en el Admin, la ficha lo enseña en ese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no se venden en la web: entradas en la puerta y 2 € de descuento con el Carnet BOIA.
- El aviso invita a hacerse el Carnet; es una forma de conseguir socios.
- Nochevieja sigue con la compra de prueba, que no cobra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lista sale con iniciales en vez de foto y un Spotify de muestra en uno de cada dos.
- El enlace de artistas es uno solo: quien crea su Carnet con él lleva el sello «ARTISTA».
- Con cuentas, el Admin crea el enlace y puede cambiarlo; el anterior deja de valer.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Fotos: una galería por isla y evento; desde cada isla del mar se llega a sus fotos.
- El Admin ya puede subir fotos reales a un evento; hoy todas son recuadros de muestra.
- Tienda: no se vende online; «Comprar» manda a escribir por Instagram a @boia.planet.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aviso de arriba evita que alguien lo tome por real mientras tanto.
- Hace falta un profesional que revise los textos con los datos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es el primer evento real: su cartel es lo más urgente.
- Las fotos de artistas pueden esperar: las iniciales quedan dignas.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Sin legales reales no se puede publicar: es lo que más tarda, hay que empezar ya.
- Las fotos de la tienda y de eventos dan mucha vida: mejor pocas y buenas.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Carnet es la identidad de cada persona en BOIA.PLANET: lo que ha vivido, no lo que tiene.
- Hoy todo se guarda en el navegador de cada uno: nadie más lo ve hasta que haya cuentas.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rangos van por puntos: Grumete, Marinera, Timonel y Capitana de la fiesta (nombres y cifras de muestra).
- El número de miembro sale con una raya: lo da el servidor cuando haya cuentas.
- La línea de letras de abajo imita la de un pasaporte.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sellos de la captura se pusieron para la foto; cada fiesta tendrá su propio diseño.
- El Carnet público nunca enseña el email; se puede reportar si algo está mal. Los de muestra llevan «MUESTRA».
- El de artista es igual, con el sello «ARTISTA» y «Carnet de artista».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esto está hecho y probado con un servidor de pruebas; falta encenderlo en la web publicada.
- El QR de cada fiesta lo crea el Admin (Fiestas y QR) cuando haya cuentas.
- Sin cuentas, el sello sólo llega con la compra de prueba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cada uno compite contra sí mismo y tres miembros de muestra: lo dice arriba del panel.
- Con cuentas, el ranking es de todos, con tu fila marcada aunque no estés arriba.
- Falta una pestaña de temporada: está esperando a decidir qué es una temporada.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desplegable del Castillo se ve abierto para la foto; en el móvil es el selector normal.
- Quien no tiene partida en una tabla sale abajo con «sin partida», sin puesto.
- Los miembros de muestra llevan la etiqueta «muestra»; con cuentas, las tablas son de personas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primero son las cuentas: sin ellas el Carnet no sale del móvil de cada uno.
- El arte del Carnet y los puntos los decide Álvaro; el código ya acepta cambiarlos.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Portada de la parte.
- La completa la tarea T211.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Diapositiva provisional.
- Se quita al escribir la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ORTADA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ARTE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ANCHO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MITAD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777240"/>
            <a:ext cx="5120640" cy="512064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9483" y="1371600"/>
            <a:ext cx="3929113" cy="3931920"/>
          </a:xfrm>
          <a:prstGeom prst="rect">
            <a:avLst/>
          </a:prstGeom>
        </p:spPr>
      </p:pic>
      <p:pic>
        <p:nvPicPr>
          <p:cNvPr id="4" name="Image 1" descr="BO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206240" cy="117774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331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LOS SOCIOS DE BOIA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48640" y="26974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hay y qué falta para salir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Pendiente: resumen y estado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irán qué es BOIA.PLANET, el mapa de la presentación y dónde está hoy la versión de prueba.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ve quien entra: el planeta, las entradas y todo BOIA en un solo scroll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  ·   Entradas   ·   Próximo evento   ·   Fotos   ·   Artistas   ·   Filosofía   ·   Tienda   ·   Pie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hero: el planeta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entrar aparece el planeta BOIA en 3D, con el nombre en grande y dos botones: «Zarpar», que lleva al océano a jugar, y «Entradas», que abre la compra.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«Zarpar», la línea «Consigue descuentos» recuerda que en el mar hay códigos escondidos.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bajar con el dedo, la cámara se zambulle en el mar y empieza el resto de la página.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convertir, en la primera pantalla: comprar o zarpar.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Entradas y la versión quieta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«Entradas»: los tres eventos a la venta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animaciones: una imagen fija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del hero: el planeta, los objetos 3D y la imagen fija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de compra real de cada evento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 y precios de Halloween, Sonido y Nochevieja, y el descuento de 2 € en taquilla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textos: la frase de las esquinas, «Consigue descuentos» y el aviso de taquilla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 en móviles de verdad (iPhone y Android): scroll, batería, datos y lector de pantalla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la licencia de la tipografía Druk Wide (mientras, va una libre muy parecida)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 el planeta como primera imagen, o preferís empezar con el cartel del próximo evento?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ticketera usamos: Fourvenues u otra? ¿Hay ya cuenta?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¿Se entiende el aviso de taquilla? ¿Queréis poder activarlo desde el Admin?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bajo «Entradas» la fecha del próximo evento, para que se vea sin abrir el panel.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cuánta gente pulsa «Zarpar» y cuánta «Entradas» en las primeras semanas.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el peso antes de añadir más: la página ya está en 195 de los 200 kB que nos pusimos de tope.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PRÓXIMO EVENTO Y FOTOS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Próximo evento, eventos y fotos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evento: Halloween, 31 de octubre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demás eventos a la venta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Fotos: una selección de la última vez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Artistas: las personas detrás del sonido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26 artistas de BOIA, de tres en tres: la lista va rotando sola cada 5 segundos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sus géneros y, si lo tiene, su enlace a Spotify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para pausar la rotación y «Ver todos los artistas», que abre su página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«Escúchalo en Spotify»: la lista de BOIA, un enlace normal sin reproductor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los enlaces son de prueba y llevan la etiqueta «MUESTRA»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FILOSOFÍA Y CONTACTO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Filosofía y contacto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Filosofía va dentro de «Contacto»: dos párrafos y tres verbos, «Dar espacio», «Descubrir» y «Pertenecer».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es una versión corta del documento de Álvaro, escrita por el equipo. Está de muestra hasta que él lo lea.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Debajo, los datos de contacto: el correo y el WhatsApp de BOIA, hoy de prueba.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lo aprueba tal cual o lo cambia: es la voz de BOIA en la web.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TIENDA, PIE Y CABECERA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Tienda, pie y cabecera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sólo se vende en la fiesta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Pie: Carnet, WhatsApp, redes y legales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Menú: Carnet, Ranking, Sonido…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real de cada artista (Spotify u otro) y la lista de BOIA en Spotify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texto de la Filosofía tal cual, o cambiarlo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 y puesta)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Enlaces reales: correo de contacto, WhatsApp, Instagram y TikTok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cartel de BOIA Halloween (y luego los de Sonido y Nochevieja)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fotos reales de las fiestas pasadas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hace las fotos de los productos de la tienda, y para cuándo?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artistas no tienen Spotify? ¿Enlazamos a Instagram o SoundCloud en su lugar?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¿Dejamos «Probar admin» en el pie al publicar, o se quita?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orden de las secciones os parece bien: evento, fotos, artistas, tienda, contacto?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Dejar que cada artista tenga otro enlace además de Spotify (hoy sólo hay uno).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un precio orientativo en la tienda, aunque se pague en la fiesta.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cinco o seis fotos buenas de un All Day pasado: dan más ganas que los huecos.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Eventos, artistas, fotos, tienda y legales: las páginas que se abren por su enlace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  ·   Artistas   ·   Enlace de artistas   ·   Fotos   ·   Tienda   ·   Legales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ficha de cada evento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 por evento, con su enlace propio para compartir: /eventos/halloween-2026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Cartel, fecha y hora, lugar, formato y precio; mientras no hay cartel, «Cartel próximamente»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Artistas del cartel, actividades (comida, mercadillo…) y descripción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 entradas» si está a la venta e «Ir a su isla», que lleva en barco a su isla del mar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ya pasó: sin compra, con sus recuerdos (fotos) y «Ver sus fotos»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Taquilla, actividades y recuerdos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taquilla, 2 € menos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SONIDO: cartel, actividades y compra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evento que ya pasó: sus recuerdos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los artistas y su enlace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/artistas: los 26, de la A a la Z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de artistas abre su alta de Carnet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 Y TIENDA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Fotos y eventos, y la tienda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por isla y por evento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cada producto rota tres fotos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«Comprar»: sólo a la venta en la fiesta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Aviso legal, privacidad y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páginas enlazadas desde el pie: aviso legal y condiciones de uso, privacidad y cookies. Explican quién está detrás, qué datos se guardan y que no hay cookies de publicidad.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el titular y sus datos son inventados, y cada página lo avisa arriba en un recuadro. Con cuentas de usuario, la privacidad explica además qué se recoge y para qué.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datos legales reales y revisados no se puede publicar.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 Y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 de Halloween (y de SONIDO y Nochevieja cuando existan)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horas, precios y lugar de cada evento (hoy son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real de compra de Nochevieja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taquilla de Halloween y SONIDO: el texto y los 2 € de descuento con Carnet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del próximo All Day BOIA, para crear su evento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repartir el enlace de artistas (necesita cuentas)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FOTOS, TIENDA Y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reales de los eventos pasados para sustituir los recuadros de muestra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ángulo, con modelo)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el Instagram real al que se escribe para comprar en la tienda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legales reales (titular, NIF, domicilio, correo) y revisión profesional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y aprobar los textos de estas páginas, que hoy son de muestra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una subida real de fotos con cuentas de usuario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TODAS LAS PÁGINAS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taquilla con 2 € de descuento con Carnet se queda para Halloween y SONIDO, o también Nochevieja?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de BOIA tiene las fotos de fiestas pasadas y quién elige cuáles salen?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productos vendemos en la fiesta y quién les hace las fotos?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 el titular legal de la web (asociación, empresa, persona) y quién revisa los textos?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marcar «sólo en taquilla» desde el Admin, sin tocar el contenido a mano.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 de cada fiesta pasada ya basta para que la página de fotos no salga vacía.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precio orientativo a cada producto de la tienda para que nadie pregunte por Instagram.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Carnet BOIA y Ranking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carné de cada BOIERO, con sus sellos de fiesta, y la clasificación de los juegos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Carnet BOIA   ·   Carnet público   ·   Carnet de artista   ·   Sello de la fiesta   ·   Ranking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carné de identidad para cada BOIERO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tarjeta naranja del tamaño de un DNI. Delante: apodo, avatar, rango, puntos, «miembro desde» y un QR que abre su Carnet público. Detrás, como un pasaporte, un sello por cada fiesta.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Debajo: editar, compartir, sus respuestas a las preguntas de BOIA, insignias, su barco y «Descargar mis datos». Se crea en un momento desde el mar o desde /carnet.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guarda sólo en este navegador: con cuentas tendrá número de miembro y será de todos.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sellos, el Carnet de otros y el de artista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Detrás: un sello por fiesta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/carnet/…: el Carnet de otro miembro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enlace de artistas, sello «ARTISTA»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SELLO DE LA FIESTA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QR de la fiesta y lo que traen las cuentas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fiesta hay un QR (puerta y barra): con la cámara del móvil se abre /sello y el sello cae en tu Carnet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vale durante la fiesta, uno por persona, y suma puntos (hoy 50, de muestra)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cuentas: entrar con el email (un código de 6 cifras) y «Escanear sello» dentro del Carnet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cuentas: número de miembro, Carnet visible para todos, cerrar sesión y borrar la cuenta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«Descargar mis datos» ya funciona: un archivo con lo tuyo y nada de nadie más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sin cuentas, /sello explica que hace falta la versión con cuentas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Ranking: cuatro tablas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/ranking (menú de la web) y en el menú del mar: el mismo panel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Carrera: los mejores tiempos de Los Rápidos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Cañón: una tabla por jefe final (Fantasma y Kraken)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Castillo: 9 tablas, por dificultad (Tranquila, Normal, Tormenta) y duración (5, 7 y 10 min)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Puntos: los de siempre; cuentan los puntos, nunca las monedas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fila abre el Carnet de esa persona; «Descubrir a un BOIERO» abre uno al azar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Cañón, Castillo y Puntos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Cañón: elige el jefe final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Castillo: 9 tablas en el desplegable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Puntos: la tabla de siempre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las cuentas de usuario en la web publicada: sellos por QR, Carnet visible y ranking de todos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final del Carnet y del sello de cada fiesta (hoy la tarjeta naranja es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cada cosa, nombres y cifras de los rangos y límites contra trampas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textos del Carnet, del sello y del ranking, y la privacidad con cuentas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se manda a quien acepta noticias, cada cuánto y quién lo lleva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es una temporada para abrir su ranking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¿Halloween (31 oct) sale ya con cuentas y sello por QR, o con la versión de prueba?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puntos vale cada cosa y cómo se llaman los rangos (hoy Grumete… Capitana de la fiesta)?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diseña el Carnet definitivo y el sello de cada fiesta?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hacemos con los emails de quien acepta noticias, y quién lo lleva?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cartel «Sella tu Carnet» con el QR en la puerta y en la barra de cada fiesta.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el Carnet en el móvil para los 2 € de taquilla: ya lleva apodo y QR.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premio para el primero de cada tabla al cerrar la temporada (p. ej. una entrada).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océano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mundo en 3D que se recorre en barco: islas, personajes, secretos y descuentos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T208.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Minijuegos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Rápidos, el Cañón y la Defensa del Castillo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T209.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panel para cambiar la web sin tocar código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 para salir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necesario para publicar, quién lo hace y qué decidimos hoy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Pendiente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parte está por escribir: la escribe la tarea T211.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BOIA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BOIA.PLANET — qué hay y qué falta para salir</dc:title>
  <dc:subject>PptxGenJS Presentation</dc:subject>
  <dc:creator>BOIA</dc:creator>
  <cp:lastModifiedBy>BOIA</cp:lastModifiedBy>
  <cp:revision>1</cp:revision>
  <dcterms:created xsi:type="dcterms:W3CDTF">2026-10-07T19:30:43Z</dcterms:created>
  <dcterms:modified xsi:type="dcterms:W3CDTF">2026-10-07T19:30:43Z</dcterms:modified>
</cp:coreProperties>
</file>