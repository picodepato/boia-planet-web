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01 · Portada y resumen" id="{3363d522-be01-1b37-6737-29c8836c54c2}">
          <p14:sldIdLst>
            <p14:sldId id="256"/>
            <p14:sldId id="257"/>
            <p14:sldId id="258"/>
            <p14:sldId id="259"/>
            <p14:sldId id="260"/>
          </p14:sldIdLst>
        </p14:section>
        <p14:section name="02 · Landing" id="{531a8127-bad3-0c71-0256-3aaf33ab6085}">
          <p14:sldIdLst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  <p14:sldId id="271"/>
          </p14:sldIdLst>
        </p14:section>
        <p14:section name="03 · Páginas" id="{42776669-8aeb-3a79-ce33-f19dad20c4e6}">
          <p14:sldIdLst>
            <p14:sldId id="272"/>
            <p14:sldId id="273"/>
            <p14:sldId id="274"/>
            <p14:sldId id="275"/>
            <p14:sldId id="276"/>
            <p14:sldId id="277"/>
            <p14:sldId id="278"/>
            <p14:sldId id="279"/>
            <p14:sldId id="280"/>
          </p14:sldIdLst>
        </p14:section>
        <p14:section name="04 · Carnet BOIA y Ranking" id="{ba08b71c-3deb-3e1e-4bd8-8902e2278413}">
          <p14:sldIdLst>
            <p14:sldId id="281"/>
            <p14:sldId id="282"/>
            <p14:sldId id="283"/>
            <p14:sldId id="284"/>
            <p14:sldId id="285"/>
            <p14:sldId id="286"/>
            <p14:sldId id="287"/>
            <p14:sldId id="288"/>
          </p14:sldIdLst>
        </p14:section>
        <p14:section name="05 · El océano" id="{10d78154-9ec4-13bd-6cec-08e406c7ac72}">
          <p14:sldIdLst>
            <p14:sldId id="289"/>
            <p14:sldId id="290"/>
            <p14:sldId id="291"/>
            <p14:sldId id="292"/>
            <p14:sldId id="293"/>
            <p14:sldId id="294"/>
            <p14:sldId id="295"/>
            <p14:sldId id="296"/>
            <p14:sldId id="297"/>
            <p14:sldId id="298"/>
            <p14:sldId id="299"/>
            <p14:sldId id="300"/>
            <p14:sldId id="301"/>
            <p14:sldId id="302"/>
          </p14:sldIdLst>
        </p14:section>
        <p14:section name="06 · Minijuegos" id="{0851206e-c216-fdb4-4f21-635e15f3b777}">
          <p14:sldIdLst>
            <p14:sldId id="303"/>
            <p14:sldId id="304"/>
            <p14:sldId id="305"/>
            <p14:sldId id="306"/>
            <p14:sldId id="307"/>
            <p14:sldId id="308"/>
            <p14:sldId id="309"/>
            <p14:sldId id="310"/>
            <p14:sldId id="311"/>
            <p14:sldId id="312"/>
            <p14:sldId id="313"/>
          </p14:sldIdLst>
        </p14:section>
        <p14:section name="07 · Admin" id="{047e6b0b-fbea-29a8-1a5c-f04eb4c0ac6e}">
          <p14:sldIdLst>
            <p14:sldId id="314"/>
            <p14:sldId id="315"/>
            <p14:sldId id="316"/>
            <p14:sldId id="317"/>
            <p14:sldId id="318"/>
            <p14:sldId id="319"/>
            <p14:sldId id="320"/>
            <p14:sldId id="321"/>
            <p14:sldId id="322"/>
            <p14:sldId id="323"/>
          </p14:sldIdLst>
        </p14:section>
        <p14:section name="08 · Hoja de ruta para salir" id="{f3f4e1ad-634b-62e7-6406-5d24c990c633}">
          <p14:sldIdLst>
            <p14:sldId id="324"/>
            <p14:sldId id="325"/>
            <p14:sldId id="326"/>
            <p14:sldId id="327"/>
            <p14:sldId id="328"/>
            <p14:sldId id="32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Repasamos la web entera, sección a sección, tal y como está hoy.
- En cada sección: qué es, qué tiene, qué falta para salir y vuestras preguntas.
- El objetivo: saber qué nos separa de publicarla cuanto antes.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Casi todo el público entra desde el móvil: por eso todas las capturas son de móvil.
- El mundo 3D no sustituye a la compra: la refuerza y hace que la gente vuelva.
- Detrás hay un Admin para cambiar eventos, textos y el mar sin tocar código.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Ocho partes; las del medio recorren la web pantalla a pantalla.
- Al final de cada sección paramos para preguntas y propuestas.
- La parte 8 junta en una lista todo lo que falta para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«Necesario para salir» (naranja): sin eso no publicamos.
- «Puede esperar» (violeta): se puede hacer después de salir.
- Las propuestas son ideas del equipo: se aceptan, se cambian o se descartan.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Abridla en el móvil mientras hablamos: es la misma web que enseñan las capturas.
- Lo que guardéis (puntos, Carnet, partidas) se queda en vuestro móvil, nadie más lo ve.
- Las cuentas de usuario ya están hechas y probadas aparte; falta encenderlas en la web publicada.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landing es la puerta de entrada y la que vende entradas.
- Es una sola página que se baja con el dedo: del planeta al mar y a cada sección.
- Dos bloques: el hero con la compra, y las secciones que suben al bajar.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 la primera impresión: tiene que cargar rápido también en móviles normales.
- «Consigue descuentos» tiene un destello suave cada 8 segundos.
- En las esquinas: «BOIA · Alicante», las coordenadas y la frase de BOIA.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y Sonido se pagan en la puerta: con el Carnet BOIA, 2 € menos.
- Nochevieja abre una compra de prueba: hoy no se cobra nada.
- Con «reducir movimiento», sin 3D o con poca memoria sale una imagen fija de Blender con los mismos botones.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naranja hace falta sí o sí para publicar; lo violeta puede llegar después.
- Hoy las horas, los precios y los enlaces de compra son de muestra.
- La tipografía puede esperar: la que va ahora es casi igual.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decisiones.
- Hoy la taquilla se marca en el contenido, no en el Admin.
- Apuntamos lo que se decida y entra en la hoja de ruta.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próximo evento sale en grande; sin cartel, dice «Cartel próximamente».
- Cada evento tiene su botón de compra y su página.
- Las fotos son huecos de muestra; «Ver todas» y «Ir en barco» llevan a todas.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Punto de Hernán: falta el enlace real de cada artista (Spotify u otro).
- Sin foto: en la banda sólo sale el nombre; las fotos van en la página de artistas.
- La web no carga nada de Spotify: sólo enlaza.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Punto de Hernán: la filosofía la aprueba Álvaro, tal cual o con cambios.
- El menú «Filosofía» lleva directamente aquí.
- Hoy el Admin no edita este texto: el cambio lo pone Hernán en el contenido.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Tienda: camisetas, tote bags y pegatinas; cada una pasa tres fotos de muestra. «Comprar» manda a escribir por Instagram.
- Pie: el logo, la lista de Spotify, invitación al Carnet y al WhatsApp, redes, legales, «Ver la introducción» y «Probar admin».
- Cabecera: «Entradas» siempre a mano; con cuentas, «Cerrar sesión» junto al Carnet.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Todo esto entra sin tocar código: un archivo con los enlaces y una carpeta con las imágenes.
- Cada enlace de prueba lleva hoy la etiqueta «MUESTRA», que desaparece al poner el real.
- Sin fotos de artistas la banda funciona: sólo sale el nombre.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propuestas del equipo: Hernán las revisa antes de hacer nada.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páginas sencillas, sin el planeta 3D: cargan rápido y se pueden compartir por WhatsApp.
- Todo lo que se ve hoy es de muestra salvo los nombres y fechas de los eventos.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Hoy hay tres eventos a la venta: Halloween (31 oct), SONIDO (5 dic) y Nochevieja.
- Las fechas son reales; horas y precios, de muestra.
- Si alguien cambia algo en el Admin, la ficha lo enseña en ese navegador.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y SONIDO no se venden en la web: entradas en la puerta y 2 € de descuento con el Carnet BOIA.
- El aviso invita a hacerse el Carnet; es una forma de conseguir socios.
- Nochevieja sigue con la compra de prueba, que no cobra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lista sale con iniciales en vez de foto y un Spotify de muestra en uno de cada dos.
- El enlace de artistas es uno solo: quien crea su Carnet con él lleva el sello «ARTISTA».
- Con cuentas, el Admin crea el enlace y puede cambiarlo; el anterior deja de valer.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Fotos: una galería por isla y evento; desde cada isla del mar se llega a sus fotos.
- El Admin ya puede subir fotos reales a un evento; hoy todas son recuadros de muestra.
- Tienda: no se vende online; «Comprar» manda a escribir por Instagram a @boia.planet.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aviso de arriba evita que alguien lo tome por real mientras tanto.
- Hace falta un profesional que revise los textos con los datos de BOIA.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Halloween es el primer evento real: su cartel es lo más urgente.
- Las fotos de artistas pueden esperar: las iniciales quedan dignas.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Sin legales reales no se puede publicar: es lo que más tarda, hay que empezar ya.
- Las fotos de la tienda y de eventos dan mucha vida: mejor pocas y buenas.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Carnet es la identidad de cada persona en BOIA.PLANET: lo que ha vivido, no lo que tiene.
- Hoy todo se guarda en el navegador de cada uno: nadie más lo ve hasta que haya cuentas.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 rangos van por puntos: Grumete, Marinera, Timonel y Capitana de la fiesta (nombres y cifras de muestra).
- El número de miembro sale con una raya: lo da el servidor cuando haya cuentas.
- La línea de letras de abajo imita la de un pasaporte.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 sellos de la captura se pusieron para la foto; cada fiesta tendrá su propio diseño.
- El Carnet público nunca enseña el email; se puede reportar si algo está mal. Los de muestra llevan «MUESTRA».
- El de artista es igual, con el sello «ARTISTA» y «Carnet de artista».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Todo esto está hecho y probado con un servidor de pruebas; falta encenderlo en la web publicada.
- El QR de cada fiesta lo crea el Admin (Fiestas y QR) cuando haya cuentas.
- Sin cuentas, el sello sólo llega con la compra de prueba de la demo.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Hoy cada uno compite contra sí mismo y tres miembros de muestra: lo dice arriba del panel.
- Con cuentas, el ranking es de todos, con tu fila marcada aunque no estés arriba.
- Falta una pestaña de temporada: está esperando a decidir qué es una temporada.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desplegable del Castillo se ve abierto para la foto; en el móvil es el selector normal.
- Quien no tiene partida en una tabla sale abajo con «sin partida», sin puesto.
- Los miembros de muestra llevan la etiqueta «muestra»; con cuentas, las tablas son de personas reales.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primero son las cuentas: sin ellas el Carnet no sale del móvil de cada uno.
- El arte del Carnet y los puntos los decide Álvaro; el código ya acepta cambiarlos.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 la segunda vía para vender: quien juega encuentra descuentos y acaba en «Entradas».
- Está más o menos terminado: esta parte enseña lo que hay, pieza a pieza.
- Los minijuegos sólo se nombran aquí; tienen su parte, la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 el mismo planeta que se ve en el hero de la landing.
- En el ordenador: flechas o WASD, T para el turbo y M para el mapa.
- El barco recuerda dónde estaba al recargar.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Arriba, enlaces a la web (Fotos, Shop, Artistas, Contacto) y el Carnet; a la derecha, puntos y monedas.
- Abajo sólo «Entradas», la velocidad, el turbo y el zoom: más mundo, menos botones.
- Menú: Logros, Mi Carnet, Barco, Mis códigos, Mi botella, Ranking, Ajustes, Controles, Welcome Aboard y la hora del día.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minimapa marca con «?» los descuentos escondidos; en grande, se toca una isla para ver qué hay.
- «Entradas» abre «Elige tu evento»: comprar, o «Ir a su isla» en barco.
- Cada código ganado queda en «Mis códigos», con «Copiar código» e «Ir a la isla».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 empieza con «Botijo»; los demás se compran con monedas o se ganan con logros y puntos.
- Sólo cambian cómo se ve el barco, nunca cómo navega: nadie paga por ir más rápido.
- La Fiestera tiene un barco exclusivo: sólo para quien la rescata.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tres islas de evento, el Puerto, Benidorm, Ibiza y Tabarca tienen modelo propio de Blender.
- Halloween y Sonido avisan de que la entrada es en taquilla; Nochevieja tiene compra de prueba.
- Al acercarse se abre su ficha abajo, pequeña, sin parar el barco.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Cada isla enseña su evento con la fecha y «Comprar entrada».
- Al pasar el evento, la isla puede enseñarlo como recuerdo, con sus fotos.
- Las fechas y los artistas son de 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Benidorm e Ibiza llevan a la web: la galería y la tienda.
- El Tablón del faro tiene un botón por minijuego: abre su ficha y «Navegar» lleva hasta él.
- Los Rápidos es la carrera de boias; el Cañón y el Castillo, sus islas. Todo en la parte 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objetivo se da en «Welcome Aboard» y en la primera boia.
- La misión se guarda: si cierras, sigue a bordo al volver.
- Premios y código son de muestra: los decide Álvaro.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boias cuentan qué es BOIA (espacio, descubrir, pertenecer…) y señalan algo pendiente.
- El náufrago pide que lo acerques a una fiesta y deja un código: NAUFRAGO10.
- El delfín sale en mar abierto y lleva hasta algo sin descubrir; el remolino gira el barco.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Restos flotantes y cofres fugaces dan monedas; los cofres salen 20 segundos y se esconden.
- Las botellas traen mensajes de la tripulación; con Carnet se echa una propia.
- Las monedas compran barcos; los puntos suben en el ranking.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ánfora de Agost da COFRE5: 5 € menos en Nochevieja.
- Los códigos y sus porcentajes son inventados hasta tener la ticketera.
- Los secretos sin código dan monedas y puntos, y cuentan para los logros.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mundo funciona entero: lo que falta es aprobar y poner lo real.
- Los códigos reales llegan con la ticketera: sin ella no se pueden canjear.
- Los atajos de prueba hoy ya no dan premios en la web publicada, pero se quitan al lanzar.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Son propuestas del equipo: Hernán las revisa antes de hacer nada.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 tres se juegan en el mismo mar, con el mismo barco: no hay que cambiar de pantalla.
- Son la segunda vía para que la gente vuelva a la web entre fiesta y fiesta.
- Todo lo que se ve es de muestra: nombres, cifras y premios esperan el visto bueno de Álvaro.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salida es también la meta, junto al semáforo.
- Compites contra los tiempos de la tripulación de muestra y contra ti mismo.
- Fijaos: el botón «Menú» y el «!» tapan un trozo de la tarjeta; está en «qué falta».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Medalla de oro, plata o bronce según el tiempo; la tarjeta dice cuánto falta para la siguiente.
- «Otra vez» corre contra un fantasma: tu mejor carrera, a tu lado.
- Acabarla da el logro «Primera regata»; bajar de 80 s, «Rápido», que regala la mascota «Tortuga turbo».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Se juega donde está el barco, en el mismo mar: el resto del mundo se aparta y vuelve igual al acabar.
- El acto 2 se abre al vencer al jefe final del acto 1; el acto 3 dice «Próximamente».
- El pop-up enseña el ranking contra el jefe final de ese acto.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Arriba a la derecha, las armas y vinilos que llevas, con su nivel.
- La partida espera mientras eliges carta; se juega con el dedo o con el teclado.
- El botón «Derrota: sumergirse» de abajo es de prueba y se quita al publicar.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Premio de muestra: bronce 30 puntos y 10 monedas, plata 60 y 20, oro 100 y 40.
- Una partida empezada con atajos de prueba nunca entra en el ranking, y la tarjeta lo dice.
- El sonido está hecho por la propia web (drum and bass): sin licencias que pagar.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Cuanto más larga, más jefes: en la de 10 minutos llegan el Vecino, el Martillo, el Fantasma y el Kraken.
- Las islas se suben a nivel 3, se venden y se elige a quién disparan; el avión y el castillo también mejoran.
- La primera partida pregunta si quieres una guía con bocadillos cortos.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×2 acelera la partida y «Llamar oleada» la adelanta a cambio de unas monedas.
- Ganar en cada dificultad da un logro; en Tormenta, la mascota «Cañoncito», y en Tormenta de 10 min, una estela.
- Hoy un jugador automático gana todas, también Tormenta: hay que decidir si se endurece.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Tablón del faro, cerca de la salida, explica los tres juegos y enseña tu mejor medalla.
- Desde el minimapa se elige navegar hasta el juego o ir directamente.
- Sin cuentas cada uno compite en su navegador contra tres miembros de muestra.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 atajos sólo funcionan con un código en la dirección, pero no deben salir en la versión final.
- Los rankings de todos llegan con las cuentas de usuario (parte 4).
- Las cifras se cambian en la configuración sin tocar los juegos.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Admin es donde BOIA cambia eventos, textos, fotos, descuentos y el mapa, sin pedírselo a nadie.
- Las capturas son de ordenador: es la herramienta del equipo, no de quien visita la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El Carnet 000 está reservado al Admin: ninguna persona que se dé de alta lo recibe.
- Con cuentas, además de la contraseña pide el código de una app de autenticación del móvil.
- Todos los paneles se ven en la barra de la izquierda, agrupados aquí por tarea.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 la captura se cambió el botón «Zarpar» por «Zarpar al mar»: arriba salen los cambios sin publicar.
- Nada se ve en la web hasta pulsar «Publicar»; «Descartar borrador» lo tira.
- Los enlaces reales (WhatsApp, Instagram, correo) se ponen en Enlaces en cuanto Álvaro los pase.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En la vista previa el botón ya dice «Zarpar al mar»: la web publicada sigue con «Zarpar» hasta «Publicar».
- Después de una fiesta: eliges la isla y su evento, subes las fotos y la isla lo enseña como recuerdo.
- Las fotos se pasan solas a un formato ligero; el texto alternativo es obligatorio (accesibilidad).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captura es el paso 4 de 10 de un objeto nuevo: colocarlo en el mapa. El Admin no deja ponerlo en tierra.
- Un evento pasa solo de «Próximamente» a «A la venta» y a «Finalizado»; también se puede fijar a mano.
- Un objeto publicado sale en el mar con el modelo de su categoría.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Los eventos son los de hoy: Halloween, SONIDO y Nochevieja, más uno en borrador de muestra.
- El mapa es el mismo para todos los mundos: mover una isla la mueve en todos.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Todo lo de moderación se puede deshacer y queda en la auditoría.
- Un Carnet oculto desaparece de la web; su apodo sale como «Miembro de BOIA».
- «Volver todo a la muestra» deja la versión de prueba como recién abierta.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Estos paneles no se pueden enseñar aquí: sólo aparecen cuando la web tiene cuentas de usuario.
- Con cuentas, estos cuatro trabajan con datos de todos; el resto de paneles sigue en el navegador.
- Encender las cuentas es lo primero de la lista de qué falta.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necesario es seguridad: quién entra y con qué llave. Sin eso no se publica con cuentas.
- Hoy, con cuentas, sólo fiestas, socios, moderación y rankings van con datos de todos; lo demás, en el navegador.
- Para salir no hace falta: el contenido real (eventos, enlaces, fotos) lo puede meter Hernán en la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propuestas salen del código y de los documentos: son ideas, no decisiones; Hernán las revisa.
- Lo que se decida entra en la hoja de ruta de la parte 8.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Aquí se junta todo lo marcado «Necesario para salir» en las partes 2 a 7.
- Más lo que no es de ninguna sección: cuentas, dominio, analítica, copias y legales.
- Va por quién tiene que actuar y en orden: lo de arriba desbloquea lo de abajo.
- La columna «Parte» dice de qué parte viene cada línea; «global», que no es de ninguna sección.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Lo primero es la ticketera: sin ella no hay compra real ni códigos de descuento.
- Fechas, carteles, enlaces y textos quitan la etiqueta «muestra» de casi toda la web.
- Los legales necesitan datos reales y que los revise un profesional.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Casi todo es leer y decir «vale» o «cambia esto»: lo podemos repasar juntos en una tarde.
- Los puntos y premios hacen falta antes de encender las cuentas: con cuentas, cuentan de verdad.
- Las fotos de la tienda y de las fiestas las puede hacer o juntar cualquiera del equipo.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Las cuentas ya están hechas y probadas aparte: encenderlas es una lista de pasos de Hernán.
- Dominio, analítica y copias no salen en ninguna sección, pero sin ellos no se publica.
- La contraseña de prueba del Admin se cambia sí o sí antes de publicar.
- El último paso es de Álvaro: revisa la web real, sin muestra, y da el visto bueno.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La fecha de salida es la primera decisión: con ella sabemos qué entra y qué espera.
- La ticketera desbloquea la compra real y los códigos de descuento.
- Tipografía y música pueden esperar: hoy hay alternativas libres que funcionan.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- Turno abierto de preguntas y propuestas sobre cualquier parte.
- Quien quiera, que pruebe la web con el QR y nos escriba lo que vea.
- Esta presentación se regenera sola cuando cambia la web.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pn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5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ORTADA">
    <p:bg>
      <p:bgPr>
        <a:solidFill>
          <a:srgbClr val="0508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PARTE">
    <p:bg>
      <p:bgPr>
        <a:solidFill>
          <a:srgbClr val="1223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ANCHO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OIA_MITAD">
    <p:bg>
      <p:bgPr>
        <a:solidFill>
          <a:srgbClr val="0B18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93969" y="6428232"/>
            <a:ext cx="849086" cy="237744"/>
          </a:xfrm>
          <a:prstGeom prst="rect">
            <a:avLst/>
          </a:prstGeom>
        </p:spPr>
      </p:pic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defRPr>
            </a:lvl1pPr>
          </a:lstStyle>
          <a:p>
            <a:pPr algn="l"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eg"/><Relationship Id="rId2" Type="http://schemas.openxmlformats.org/officeDocument/2006/relationships/image" Target="../media/image-8-2.jpeg"/><Relationship Id="rId3" Type="http://schemas.openxmlformats.org/officeDocument/2006/relationships/image" Target="../media/image-8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jpeg"/><Relationship Id="rId3" Type="http://schemas.openxmlformats.org/officeDocument/2006/relationships/image" Target="../media/image-11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jpeg"/><Relationship Id="rId3" Type="http://schemas.openxmlformats.org/officeDocument/2006/relationships/image" Target="../media/image-14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eg"/><Relationship Id="rId2" Type="http://schemas.openxmlformats.org/officeDocument/2006/relationships/image" Target="../media/image-19-2.jpeg"/><Relationship Id="rId3" Type="http://schemas.openxmlformats.org/officeDocument/2006/relationships/image" Target="../media/image-19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eg"/><Relationship Id="rId2" Type="http://schemas.openxmlformats.org/officeDocument/2006/relationships/image" Target="../media/image-20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eg"/><Relationship Id="rId2" Type="http://schemas.openxmlformats.org/officeDocument/2006/relationships/image" Target="../media/image-21-2.jpeg"/><Relationship Id="rId3" Type="http://schemas.openxmlformats.org/officeDocument/2006/relationships/image" Target="../media/image-21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eg"/><Relationship Id="rId2" Type="http://schemas.openxmlformats.org/officeDocument/2006/relationships/image" Target="../media/image-28-2.jpeg"/><Relationship Id="rId3" Type="http://schemas.openxmlformats.org/officeDocument/2006/relationships/image" Target="../media/image-28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jpeg"/><Relationship Id="rId2" Type="http://schemas.openxmlformats.org/officeDocument/2006/relationships/image" Target="../media/image-31-2.jpeg"/><Relationship Id="rId3" Type="http://schemas.openxmlformats.org/officeDocument/2006/relationships/image" Target="../media/image-31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5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jpeg"/><Relationship Id="rId2" Type="http://schemas.openxmlformats.org/officeDocument/2006/relationships/image" Target="../media/image-36-2.jpeg"/><Relationship Id="rId3" Type="http://schemas.openxmlformats.org/officeDocument/2006/relationships/image" Target="../media/image-36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jpeg"/><Relationship Id="rId2" Type="http://schemas.openxmlformats.org/officeDocument/2006/relationships/image" Target="../media/image-37-2.jpeg"/><Relationship Id="rId3" Type="http://schemas.openxmlformats.org/officeDocument/2006/relationships/image" Target="../media/image-37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jpeg"/><Relationship Id="rId2" Type="http://schemas.openxmlformats.org/officeDocument/2006/relationships/image" Target="../media/image-38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jpeg"/><Relationship Id="rId2" Type="http://schemas.openxmlformats.org/officeDocument/2006/relationships/image" Target="../media/image-40-2.jpeg"/><Relationship Id="rId3" Type="http://schemas.openxmlformats.org/officeDocument/2006/relationships/image" Target="../media/image-40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1-1.jpeg"/><Relationship Id="rId2" Type="http://schemas.openxmlformats.org/officeDocument/2006/relationships/image" Target="../media/image-41-2.jpeg"/><Relationship Id="rId3" Type="http://schemas.openxmlformats.org/officeDocument/2006/relationships/image" Target="../media/image-41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jpeg"/><Relationship Id="rId2" Type="http://schemas.openxmlformats.org/officeDocument/2006/relationships/image" Target="../media/image-43-2.jpeg"/><Relationship Id="rId3" Type="http://schemas.openxmlformats.org/officeDocument/2006/relationships/image" Target="../media/image-43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4-1.jpeg"/><Relationship Id="rId2" Type="http://schemas.openxmlformats.org/officeDocument/2006/relationships/image" Target="../media/image-44-2.jpeg"/><Relationship Id="rId3" Type="http://schemas.openxmlformats.org/officeDocument/2006/relationships/image" Target="../media/image-44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5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9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0-1.jpeg"/><Relationship Id="rId2" Type="http://schemas.openxmlformats.org/officeDocument/2006/relationships/image" Target="../media/image-50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1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2-1.jpeg"/><Relationship Id="rId2" Type="http://schemas.openxmlformats.org/officeDocument/2006/relationships/image" Target="../media/image-52-2.jpeg"/><Relationship Id="rId3" Type="http://schemas.openxmlformats.org/officeDocument/2006/relationships/image" Target="../media/image-52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3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4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5-1.jpeg"/><Relationship Id="rId2" Type="http://schemas.openxmlformats.org/officeDocument/2006/relationships/image" Target="../media/image-55-2.jpeg"/><Relationship Id="rId3" Type="http://schemas.openxmlformats.org/officeDocument/2006/relationships/image" Target="../media/image-55-3.jpe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0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jpeg"/><Relationship Id="rId2" Type="http://schemas.openxmlformats.org/officeDocument/2006/relationships/image" Target="../media/image-62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2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3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3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4-1.jpeg"/><Relationship Id="rId2" Type="http://schemas.openxmlformats.org/officeDocument/2006/relationships/image" Target="../media/image-64-2.jpe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64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5-1.jpeg"/><Relationship Id="rId2" Type="http://schemas.openxmlformats.org/officeDocument/2006/relationships/slideLayout" Target="../slideLayouts/slideLayout5.xml"/><Relationship Id="rId3" Type="http://schemas.openxmlformats.org/officeDocument/2006/relationships/notesSlide" Target="../notesSlides/notesSlide65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6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6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8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9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9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0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1.xml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2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3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4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7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03720" y="777240"/>
            <a:ext cx="5120640" cy="512064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499483" y="1371600"/>
            <a:ext cx="3929113" cy="3931920"/>
          </a:xfrm>
          <a:prstGeom prst="rect">
            <a:avLst/>
          </a:prstGeom>
        </p:spPr>
      </p:pic>
      <p:pic>
        <p:nvPicPr>
          <p:cNvPr id="4" name="Image 1" descr="BOIA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822960"/>
            <a:ext cx="4206240" cy="1177747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2331720"/>
            <a:ext cx="6035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PARA LOS SOCIOS DE BOIA</a:t>
            </a:r>
            <a:endParaRPr lang="en-US" sz="1300" dirty="0"/>
          </a:p>
        </p:txBody>
      </p:sp>
      <p:sp>
        <p:nvSpPr>
          <p:cNvPr id="6" name="Título"/>
          <p:cNvSpPr txBox="1"/>
          <p:nvPr/>
        </p:nvSpPr>
        <p:spPr>
          <a:xfrm>
            <a:off x="548640" y="2697480"/>
            <a:ext cx="6126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BOIA.PLANET</a:t>
            </a:r>
            <a:endParaRPr lang="en-US" sz="40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3611880"/>
            <a:ext cx="6126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hay y qué falta para salir</a:t>
            </a:r>
            <a:endParaRPr lang="en-US" sz="24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76072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Octubre de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  ·  QUÉ 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BOIA.PLANET: la web-universo de BOIA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la web de BOIA, el colectivo de eventos musicales de Alicante. Tiene dos caminos para que la gente acabe en nuestras fiestas.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Uno, directo: «Entradas» abre los eventos a la venta desde la primera pantalla.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Otro, jugando: «Zarpar» lleva a un planeta de agua en 3D que se recorre en barco, con una isla por evento, minijuegos, descuentos escondidos y el Carnet BOIA con sus sellos.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Dos formas de convertir: comprar la entrada ya, o zarpar, jugar y volver con un descuento.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  ·  MAPA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vamos a ver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41527"/>
                <a:gridCol w="845288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veremos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 · Portada y resumen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es la web, cómo se lee esta presentación y dónde está hoy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 · Landing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primera pantalla: el planeta, las entradas y todo BOIA en un solo scroll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· Páginas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Eventos, artistas, fotos, tienda y legales, cada una con su enlace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 · Carnet BOIA y Ranking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carné de cada BOIERO con sus sellos de fiesta y las clasificaciones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 · El océano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mundo 3D en barco: islas, personajes, secretos y descuentos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 · Minijuegos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Rápidos, el Cañón y el Castillo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 · Admin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panel del equipo para cambiar la web y el mar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 · Hoja de ruta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Todo lo necesario para salir, quién lo hace y qué decidimos hoy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  ·  CÓMO SE LEE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Cómo se lee cada parte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sección sigue los mismos cuatro pasos, para que sea fácil comparar: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es: para qué sirve la sección, en una frase.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tiene: lo que ya funciona, con capturas del móvil.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falta: cada cosa marcada «Necesario para salir» o «Puede esperar», y quién la hace.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 y propuestas: dudas para Álvaro y los socios, y mejoras que propone el equipo.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 ·  PORTADA Y RESUMEN  ·  ESTADO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Dónde está hoy: la versión de prueba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web entera ya está publicada en una dirección de prueba, hasta tener el dominio definitivo. Podéis abrirla ahora con este QR.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vive en el navegador de quien la visita: sin cuentas de usuario ni datos compartidos.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contenido es de muestra: fechas, textos, fotos y enlaces inventados o sin aprobar.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se cobra nada: la compra de entradas es de prueba.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salir hace falta el contenido real, encender las cuentas y el visto bueno de Álvaro.</a:t>
            </a:r>
            <a:endParaRPr lang="en-US" sz="1600" dirty="0"/>
          </a:p>
        </p:txBody>
      </p:sp>
      <p:sp>
        <p:nvSpPr>
          <p:cNvPr id="5" name="QR"/>
          <p:cNvSpPr/>
          <p:nvPr/>
        </p:nvSpPr>
        <p:spPr>
          <a:xfrm>
            <a:off x="8229600" y="1600200"/>
            <a:ext cx="338328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38100">
            <a:solidFill>
              <a:srgbClr val="EC4F24"/>
            </a:solidFill>
            <a:prstDash val="solid"/>
          </a:ln>
        </p:spPr>
      </p:sp>
      <p:pic>
        <p:nvPicPr>
          <p:cNvPr id="6" name="Image 0" descr="Código QR de https://boia-planet-roan.vercel.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74520"/>
            <a:ext cx="2834640" cy="2834640"/>
          </a:xfrm>
          <a:prstGeom prst="rect">
            <a:avLst/>
          </a:prstGeom>
        </p:spPr>
      </p:pic>
      <p:sp>
        <p:nvSpPr>
          <p:cNvPr id="7" name="Dirección del QR"/>
          <p:cNvSpPr txBox="1"/>
          <p:nvPr/>
        </p:nvSpPr>
        <p:spPr>
          <a:xfrm>
            <a:off x="7863840" y="5093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boia-planet-roan.vercel.app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02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Landing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 primero que ve quien entra: el planeta, las entradas y todo BOIA en un solo scroll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Hero   ·   Entradas   ·   Próximo evento   ·   Fotos   ·   Artistas   ·   Filosofía   ·   Tienda   ·   Pie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hero: el planeta BOIA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entrar aparece el planeta BOIA en 3D, con el nombre en grande y dos botones: «Zarpar», que lleva al océano a jugar, y «Entradas», que abre la compra.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Bajo «Zarpar», la línea «Consigue descuentos» recuerda que en el mar hay códigos escondidos.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bajar con el dedo, la cámara se zambulle en el mar y empieza el resto de la página.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dos formas de convertir, en la primera pantalla: comprar o zarpar.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Entradas y la versión quieta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«Entradas»: los tres eventos a la venta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 y Sonido: sólo en taquilla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animaciones: una imagen fija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arte del hero: el planeta, los objetos 3D y la imagen fija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el enlace de compra real de cada evento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horas y precios de Halloween, Sonido y Nochevieja, y el descuento de 2 € en taquilla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los textos: la frase de las esquinas, «Consigue descuentos» y el aviso de taquilla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Probarlo en móviles de verdad (iPhone y Android): scroll, batería, datos y lector de pantalla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Comprar la licencia de la tipografía Druk Wide (mientras, va una libre muy parecida)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HERO Y ENTRADAS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¿Os gusta el planeta como primera imagen, o preferís empezar con el cartel del próximo evento?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ticketera usamos: Fourvenues u otra? ¿Hay ya cuenta?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¿Se entiende el aviso de taquilla? ¿Queréis poder activarlo desde el Admin?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bajo «Entradas» la fecha del próximo evento, para que se vea sin abrir el panel.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cuánta gente pulsa «Zarpar» y cuánta «Entradas» en las primeras semanas.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Vigilar el peso antes de añadir más: la página ya está en 195 de los 200 kB que nos pusimos de tope.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PRÓXIMO EVENTO Y FOTOS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Próximo evento, eventos y fotos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 evento: Halloween, 31 de octubre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demás eventos a la venta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Fotos: una selección de la última vez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Artistas: las personas detrás del sonido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26 artistas de BOIA, de tres en tres: la lista va rotando sola cada 5 segundos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con sus géneros y, si lo tiene, su enlace a Spotify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Botón para pausar la rotación y «Ver todos los artistas», que abre su página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«Escúchalo en Spotify»: la lista de BOIA, un enlace normal sin reproductor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los enlaces son de prueba y llevan la etiqueta «MUESTRA»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FILOSOFÍA Y CONTACTO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Filosofía y contacto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Filosofía va dentro de «Contacto»: dos párrafos y tres verbos, «Dar espacio», «Descubrir» y «Pertenecer».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texto es una versión corta del documento de Álvaro, escrita por el equipo. Está de muestra hasta que él lo lea.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Debajo, los datos de contacto: el correo y el WhatsApp de BOIA, hoy de prueba.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lo aprueba tal cual o lo cambia: es la voz de BOIA en la web.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TIENDA, PIE Y CABECERA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Tienda, pie y cabecera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Tienda: sólo se vende en la fiesta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Pie: Carnet, WhatsApp, redes y legales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Menú: Carnet, Ranking, Sonido…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SECCIONES DE LA LANDING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enlace real de cada artista (Spotify u otro) y la lista de BOIA en Spotify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texto de la Filosofía tal cual, o cambiarlo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productos reales de la tienda (sola, otro ángulo y puesta)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Enlaces reales: correo de contacto, WhatsApp, Instagram y TikTok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cartel de BOIA Halloween (y luego los de Sonido y Nochevieja)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26 artistas y fotos reales de las fiestas pasadas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 ·  LANDING  ·  SECCIONES DE LA LANDING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hace las fotos de los productos de la tienda, y para cuándo?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artistas no tienen Spotify? ¿Enlazamos a Instagram o SoundCloud en su lugar?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¿Dejamos «Probar admin» en el pie al publicar, o se quita?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orden de las secciones os parece bien: evento, fotos, artistas, tienda, contacto?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Dejar que cada artista tenga otro enlace además de Spotify (hoy sólo hay uno).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un precio orientativo en la tienda, aunque se pague en la fiesta.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cinco o seis fotos buenas de un All Day pasado: dan más ganas que los huecos.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03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Páginas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Eventos, artistas, fotos, tienda y legales: las páginas que se abren por su enlace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   ·   Artistas   ·   Enlace de artistas   ·   Fotos   ·   Tienda   ·   Legales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ficha de cada evento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página por evento, con su enlace propio para compartir: /eventos/halloween-2026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Cartel, fecha y hora, lugar, formato y precio; mientras no hay cartel, «Cartel próximamente»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Artistas del cartel, actividades (comida, mercadillo…) y descripción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 entradas» si está a la venta e «Ir a su isla», que lleva en barco a su isla del mar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ya pasó: sin compra, con sus recuerdos (fotos) y «Ver sus fotos»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Taquilla, actividades y recuerdos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 y SONIDO: sólo en taquilla, 2 € menos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SONIDO: cartel, actividades y compra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evento que ya pasó: sus recuerdos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Todos los artistas y su enlace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/artistas: los 26, de la A a la Z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enlace de artistas abre su alta de Carnet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 Y TIENDA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Fotos y eventos, y la tienda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por isla y por evento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Tienda: cada producto rota tres fotos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«Comprar»: sólo a la venta en la fiesta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Aviso legal, privacidad y cookies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páginas enlazadas desde el pie: aviso legal y condiciones de uso, privacidad y cookies. Explican quién está detrás, qué datos se guardan y que no hay cookies de publicidad.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el titular y sus datos son inventados, y cada página lo avisa arriba en un recuadro. Con cuentas de usuario, la privacidad explica además qué se recoge y para qué.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 datos legales reales y revisados no se puede publicar.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EVENTOS Y ARTISTAS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Cartel de Halloween (y de SONIDO y Nochevieja cuando existan)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horas, precios y lugar de cada evento (hoy son de muestra)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Elegir la ticketera y poner el enlace real de compra de Nochevieja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la taquilla de Halloween y SONIDO: el texto y los 2 € de descuento con Carnet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Fecha del próximo All Day BOIA, para crear su evento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26 artistas y repartir el enlace de artistas (necesita cuentas)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FOTOS, TIENDA Y LEGALES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necesarios para salir   ·   1 puede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reales de los eventos pasados para sustituir los recuadros de muestra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de los productos reales de la tienda (sola, otro ángulo, con modelo)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Confirmar el Instagram real al que se escribe para comprar en la tienda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Datos legales reales (titular, NIF, domicilio, correo) y revisión profesional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Necesario para sali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Leer y aprobar los textos de estas páginas, que hoy son de muestra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Probar una subida real de fotos con cuentas de usuario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 ·  PÁGINAS  ·  TODAS LAS PÁGINAS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¿La taquilla con 2 € de descuento con Carnet se queda para Halloween y SONIDO, o también Nochevieja?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de BOIA tiene las fotos de fiestas pasadas y quién elige cuáles salen?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productos vendemos en la fiesta y quién les hace las fotos?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es el titular legal de la web (asociación, empresa, persona) y quién revisa los textos?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Poder marcar «sólo en taquilla» desde el Admin, sin tocar el contenido a mano.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foto de cada fiesta pasada ya basta para que la página de fotos no salga vacía.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precio orientativo a cada producto de la tienda para que nadie pregunte por Instagram.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04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Carnet BOIA y Ranking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carné de cada BOIERO, con sus sellos de fiesta, y la clasificación de los juegos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Carnet BOIA   ·   Carnet público   ·   Carnet de artista   ·   Sello de la fiesta   ·   Ranking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 carné de identidad para cada BOIERO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tarjeta naranja del tamaño de un DNI. Delante: apodo, avatar, rango, puntos, «miembro desde» y un QR que abre su Carnet público. Detrás, como un pasaporte, un sello por cada fiesta.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Debajo: editar, compartir, sus respuestas a las preguntas de BOIA, insignias, su barco y «Descargar mis datos». Se crea en un momento desde el mar o desde /carnet.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se guarda sólo en este navegador: con cuentas tendrá número de miembro y será de todos.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27</a:t>
            </a:fld>
            <a:endParaRPr lang="en-US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sellos, el Carnet de otros y el de artista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Detrás: un sello por fiesta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/carnet/…: el Carnet de otro miembro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el enlace de artistas, sello «ARTISTA»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28</a:t>
            </a:fld>
            <a:endParaRPr 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SELLO DE LA FIESTA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QR de la fiesta y lo que traen las cuentas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 fiesta hay un QR (puerta y barra): con la cámara del móvil se abre /sello y el sello cae en tu Carnet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Sólo vale durante la fiesta, uno por persona, y suma puntos (hoy 50, de muestra)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cuentas: entrar con el email (un código de 6 cifras) y «Escanear sello» dentro del Carnet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cuentas: número de miembro, Carnet visible para todos, cerrar sesión y borrar la cuenta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«Descargar mis datos» ya funciona: un archivo con lo tuyo y nada de nadie más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Hoy, sin cuentas, /sello explica que hace falta la versión con cuentas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29</a:t>
            </a:fld>
            <a:endParaRPr lang="en-US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Ranking: cuatro tablas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/ranking (menú de la web) y en el menú del mar: el mismo panel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Carrera: los mejores tiempos de Los Rápidos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Cañón: una tabla por jefe final (Fantasma y Kraken)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Castillo: 9 tablas, por dificultad (Tranquila, Normal, Tormenta) y duración (5, 7 y 10 min)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Puntos: los de siempre; cuentan los puntos, nunca las monedas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fila abre el Carnet de esa persona; «Descubrir a un BOIERO» abre uno al azar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30</a:t>
            </a:fld>
            <a:endParaRPr lang="en-US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Cañón, Castillo y Puntos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Cañón: elige el jefe final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Castillo: 9 tablas en el desplegable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Puntos: la tabla de siempre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31</a:t>
            </a:fld>
            <a:endParaRPr lang="en-US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 Y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Conectar las cuentas de usuario en la web publicada: sellos por QR, Carnet visible y ranking de todos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Arte final del Carnet y del sello de cada fiesta (hoy la tarjeta naranja es de muestra)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Puntos de cada cosa, nombres y cifras de los rangos y límites contra trampas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los textos del Carnet, del sello y del ranking, y la privacidad con cuentas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qué se manda a quien acepta noticias, cada cuánto y quién lo lleva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qué es una temporada para abrir su ranking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32</a:t>
            </a:fld>
            <a:endParaRPr lang="en-US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 ·  CARNET BOIA Y RANKING  ·  CARNET BOIA Y RANKING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¿Halloween (31 oct) sale ya con cuentas y sello por QR, o con la versión de prueba?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puntos vale cada cosa y cómo se llaman los rangos (hoy Grumete… Capitana de la fiesta)?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diseña el Carnet definitivo y el sello de cada fiesta?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hacemos con los emails de quien acepta noticias, y quién lo lleva?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cartel «Sella tu Carnet» con el QR en la puerta y en la barra de cada fiesta.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Pedir el Carnet en el móvil para los 2 € de taquilla: ya lleva apodo y QR.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premio para el primero de cada tabla al cerrar la temporada (p. ej. una entrada).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33</a:t>
            </a:fld>
            <a:endParaRPr lang="en-US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05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océano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mundo en 3D que se recorre en barco: islas, personajes, secretos y descuentos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Llegada   ·   Mandos y menú   ·   Barcos   ·   Islas   ·   Boia Fiestera   ·   Personajes   ·   Secretos   ·   Descuentos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34</a:t>
            </a:fld>
            <a:endParaRPr lang="en-US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LLEGADA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Zarpar: un planeta de agua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«Zarpar» en la landing abre el océano: un planeta pequeño de agua que se recorre en barco, con islas, personajes y secretos.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llegar sale «Welcome Aboard»: qué es BOIA.PLANET, el objetivo (encontrar a la Boia Fiestera y llevarla a la Isla de Nochevieja), dos consejos y dos botones: «A navegar» o «Comprar entradas».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navega tocando y arrastrando en cualquier sitio, o tocando el mar o una isla para que el barco vaya solo.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Quien sólo quiere entradas las tiene a un toque, sin jugar.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35</a:t>
            </a:fld>
            <a:endParaRPr lang="en-US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MANDOS Y MENÚ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hay en pantalla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boia saluda al salir del puerto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menú: logros, Carnet, barco, códigos…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«!»: el objetivo y una pista con rumbo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36</a:t>
            </a:fld>
            <a:endParaRPr lang="en-US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MANDOS Y MENÚ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mapa, las entradas y tus códigos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minimapa abre el planeta entero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«Entradas» sin salir del mar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«Mis códigos»: los descuentos ganados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37</a:t>
            </a:fld>
            <a:endParaRPr 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BARCOS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El Puerto de Alicante y la tienda de barcos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Puerto: «Cambiar de barco»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Barcos, skins, estela y mascota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38</a:t>
            </a:fld>
            <a:endParaRPr lang="en-US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ISLAS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Nueve islas, cada una con su papel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Halloween, Sonido y Nochevieja: islas de evento, con su fecha y «Comprar entrada»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Puerto de Alicante: donde se cambia de barco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Benidorm: las fotos de BOIA. Ibiza: el escaparate de la tienda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Tabarca: el «Tablón del faro», que dice dónde jugar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L'Illeta dels Banyets y el Castillo de Santa Bárbara: minijuegos (parte 6)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primera visita a una isla suele dar puntos y la deja descubierta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39</a:t>
            </a:fld>
            <a:endParaRPr lang="en-US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ISLAS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Las islas de los eventos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Isla del Sonido: All Day BOIA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Isla de Nochevieja: el destino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Isla de Halloween: BOIA Club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40</a:t>
            </a:fld>
            <a:endParaRPr 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ISLAS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Fotos, tienda y el faro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Benidorm: «Ver Fotos y eventos»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Ibiza: «Ir a la tienda»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Tabarca: Cañón, Castillo y Carrera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41</a:t>
            </a:fld>
            <a:endParaRPr 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BOIA FIESTERA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misión: rescatar a la Boia Fiestera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Boia Fiestera se ha perdido en el Remanso de los Cocodrilos. Al arrimarse, los cocodrilos se sumergen y ella sube a bordo.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que llevarla a la Isla de Nochevieja. Al dejarla, la fiesta empieza y da el premio grande: puntos, monedas, el código FIESTERA20 (-20 % en la próxima entrada) y su barco exclusivo.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«!» de la izquierda recuerda siempre el objetivo y da rumbo hasta ella.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 el hilo del juego: termina en un descuento para comprar la entrada.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42</a:t>
            </a:fld>
            <a:endParaRPr lang="en-US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PERSONAJES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Quién vive en el mar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boias que hablan por el camino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boia de WhatsApp, junto al puerto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delfín (arriba) guía a lo que falta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43</a:t>
            </a:fld>
            <a:endParaRPr 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PERSONAJES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se recoge al pasar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náufrago: su código de descuento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Botellas con mensajes de otros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secreto encontrado: monedas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44</a:t>
            </a:fld>
            <a:endParaRPr lang="en-US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SECRETOS Y DESCUENTOS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Secretos y descuentos escondidos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Cuatro secretos sin marca en el mapa: la cueva, el ánfora, la campana y el círculo de boias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descuentos en el mundo: el náufrago, el ánfora de Agost y la Fiestera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código queda en «Mis códigos» y la compra de dentro del mar lo aplica sola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minimapa marca con «?» los que faltan; el delfín y el «!» ayudan a buscarlos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Desde el Admin se crean códigos nuevos y se elige dónde se esconden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45</a:t>
            </a:fld>
            <a:endParaRPr 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TODO EL MAR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Visto bueno al mundo: el planeta de agua, los logros y los premios de cada cosa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códigos de descuento reales, creados en la ticketera, con el % de cada uno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el arte de las islas y los textos: fichas, boias, náufrago y Fiestera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Quitar los atajos de prueba: enlaces especiales que empiezan partidas o dan premios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Puerto de Alicante dice «Isla descubierta» al llegar: cambiar el aviso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con licencia para el mar (hoy suenan ambientes generados)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46</a:t>
            </a:fld>
            <a:endParaRPr lang="en-US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 ·  EL OCÉANO  ·  TODO EL MAR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¿Os parece bien que los descuentos sean del 10 %, 20 % o 5 €? ¿Cuántos y para qué eventos?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rescate de la Fiestera es un buen hilo, o queréis otra misión por temporada?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¿Qué islas nuevas querríais: una por cada fiesta real, o lugares de Alicante?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logro «Entre dos mundos» pide un mundo que está oculto: ¿lo quitamos?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el aviso del Puerto por «Puerto de Alicante: aquí cambias de barco».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los códigos del mar cada temporada desde el Admin, para que siempre haya algo que buscar.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Medir cuántos que zarpan acaban comprando con un código del mar.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47</a:t>
            </a:fld>
            <a:endParaRPr 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06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Minijuegos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juegos dentro del mar: una carrera, una noche de supervivencia y una defensa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Rápidos   ·   Cañón «Que no pare la música»   ·   Defensa del Castillo   ·   Cómo se llega y qué premia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48</a:t>
            </a:fld>
            <a:endParaRPr 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LOS RÁPIDOS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Una carrera de tres vueltas por el mar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circuito marcado con 9 boias numeradas por el mapa. Al llegar a la salida, una tarjeta explica la carrera y pregunta; con «Empezar» hay semáforo y cuenta atrás.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vueltas pasando por las boias en orden, con flechas en el agua que impulsan y rampas que hacen saltar. Si te saltas una boia, la vuelta no cuenta; si te sales del circuito más de 5 s, se acaba.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carrera el barco corre más (22 nudos en vez de 15) y se quitan las líneas guía.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49</a:t>
            </a:fld>
            <a:endParaRPr 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LOS RÁPIDOS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En carrera y en la meta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373795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445014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820248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349024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Arriba: tiempo, vuelta y la boia que toca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648071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719291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63015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623300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Meta: medalla, récord, puesto y «Otra vez»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50</a:t>
            </a:fld>
            <a:endParaRPr lang="en-US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CAÑÓN «QUE NO PARE LA MÚSICA»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Aguantar la noche contra un enjambre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juego de supervivencia: oleadas de pirañas, medusas, gaviotas, cangrejos, piratas y peces espada van a por el barco. Tú sólo navegas; las armas disparan solas.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enemigo suelta notas musicales; con ellas subes de nivel y eliges una mejora. Si el agua a bordo llega al tope, el barco se hunde. Si aguantas 7 minutos, amanece y ganas.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de jugar se eligen el acto (1 o 2) y la dificultad: Tranquila, Normal o Tormenta.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51</a:t>
            </a:fld>
            <a:endParaRPr 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CAÑÓN «QUE NO PARE LA MÚSICA»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Jugando: enjambre, mejoras y jefes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Partida llena, con el Tiburón Martillo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subir de nivel: elige una de tres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Kraken, jefe final del acto 2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52</a:t>
            </a:fld>
            <a:endParaRPr 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CAÑÓN «QUE NO PARE LA MÚSICA»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Jefes, armas, botín y medallas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Jefes: el Vecino Quejica (2:30), el Tiburón Martillo (4:30) y al final el Barco Pirata Fantasma o el Kraken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armas (Cañón de agua, Subwoofer, Focos, Boyas, Confeti, Traca, Lluvia ácida) y 9 vinilos de música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armas a tope evolucionan: El Drop, Muro de Sonido, Show de Láseres y Bola de Discoteca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Botín que sueltan a veces los enemigos: imán de notas, la Llama y el salvavidas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Medallas de bronce, plata y oro (el oro, venciendo al jefe final); cada una paga una vez al día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Ranking por jefe final: una tabla del Fantasma y otra del Kraken</a:t>
            </a:r>
            <a:endParaRPr lang="en-US" sz="1500" dirty="0"/>
          </a:p>
        </p:txBody>
      </p:sp>
      <p:sp>
        <p:nvSpPr>
          <p:cNvPr id="5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7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53</a:t>
            </a:fld>
            <a:endParaRPr lang="en-US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DEFENSA DEL CASTILLO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Defender el castillo de Santa Bárbara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juego de defensa de torres: los enemigos del Cañón salen de un remolino y van por un camino de curvas hacia el castillo. Tú vuelas en avioneta y disparas.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 las monedas que ganas levantas islas del mar como torres: siete, las de las fiestas y lugares del mundo, y cada una ataca a su manera. Ibiza, además, da monedas cada 10 s.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dificultades × 5, 7 o 10 minutos: 9 combinaciones, cada una con su medalla y su ranking.</a:t>
            </a:r>
            <a:endParaRPr lang="en-US" sz="1700" dirty="0"/>
          </a:p>
        </p:txBody>
      </p:sp>
      <p:sp>
        <p:nvSpPr>
          <p:cNvPr id="6" name="Teléfono"/>
          <p:cNvSpPr/>
          <p:nvPr/>
        </p:nvSpPr>
        <p:spPr>
          <a:xfrm>
            <a:off x="7984387" y="411480"/>
            <a:ext cx="2623721" cy="5760720"/>
          </a:xfrm>
          <a:prstGeom prst="roundRect">
            <a:avLst>
              <a:gd name="adj" fmla="val 975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021928" y="49377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6683" y="630936"/>
            <a:ext cx="2459129" cy="5321808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54</a:t>
            </a:fld>
            <a:endParaRPr lang="en-US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DEFENSA DEL CASTILLO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Islas como torres y una mascota de premio</a:t>
            </a:r>
            <a:endParaRPr lang="en-US" sz="2800" dirty="0"/>
          </a:p>
        </p:txBody>
      </p:sp>
      <p:sp>
        <p:nvSpPr>
          <p:cNvPr id="4" name="Teléfono"/>
          <p:cNvSpPr/>
          <p:nvPr/>
        </p:nvSpPr>
        <p:spPr>
          <a:xfrm>
            <a:off x="2366569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078761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6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48865" y="1591056"/>
            <a:ext cx="1808432" cy="3913632"/>
          </a:xfrm>
          <a:prstGeom prst="rect">
            <a:avLst/>
          </a:prstGeom>
        </p:spPr>
      </p:pic>
      <p:sp>
        <p:nvSpPr>
          <p:cNvPr id="7" name="Pie"/>
          <p:cNvSpPr txBox="1"/>
          <p:nvPr/>
        </p:nvSpPr>
        <p:spPr>
          <a:xfrm>
            <a:off x="2118858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siete islas puestas; Ibiza paga «+59»</a:t>
            </a:r>
            <a:endParaRPr lang="en-US" sz="1200" dirty="0"/>
          </a:p>
        </p:txBody>
      </p:sp>
      <p:sp>
        <p:nvSpPr>
          <p:cNvPr id="8" name="Teléfono"/>
          <p:cNvSpPr/>
          <p:nvPr/>
        </p:nvSpPr>
        <p:spPr>
          <a:xfrm>
            <a:off x="5109336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9" name="Shape 6"/>
          <p:cNvSpPr/>
          <p:nvPr/>
        </p:nvSpPr>
        <p:spPr>
          <a:xfrm>
            <a:off x="5821528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1632" y="1591056"/>
            <a:ext cx="1808432" cy="3913632"/>
          </a:xfrm>
          <a:prstGeom prst="rect">
            <a:avLst/>
          </a:prstGeom>
        </p:spPr>
      </p:pic>
      <p:sp>
        <p:nvSpPr>
          <p:cNvPr id="11" name="Pie"/>
          <p:cNvSpPr txBox="1"/>
          <p:nvPr/>
        </p:nvSpPr>
        <p:spPr>
          <a:xfrm>
            <a:off x="4861624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Construir: cada isla con su foto y precio</a:t>
            </a:r>
            <a:endParaRPr lang="en-US" sz="1200" dirty="0"/>
          </a:p>
        </p:txBody>
      </p:sp>
      <p:sp>
        <p:nvSpPr>
          <p:cNvPr id="12" name="Teléfono"/>
          <p:cNvSpPr/>
          <p:nvPr/>
        </p:nvSpPr>
        <p:spPr>
          <a:xfrm>
            <a:off x="7852102" y="1371600"/>
            <a:ext cx="1973024" cy="4352544"/>
          </a:xfrm>
          <a:prstGeom prst="roundRect">
            <a:avLst>
              <a:gd name="adj" fmla="val 12977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3" name="Shape 9"/>
          <p:cNvSpPr/>
          <p:nvPr/>
        </p:nvSpPr>
        <p:spPr>
          <a:xfrm>
            <a:off x="8564294" y="1453896"/>
            <a:ext cx="548640" cy="64008"/>
          </a:xfrm>
          <a:prstGeom prst="roundRect">
            <a:avLst>
              <a:gd name="adj" fmla="val 50000"/>
            </a:avLst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2" descr="Captura de la web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34398" y="1591056"/>
            <a:ext cx="1808432" cy="3913632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7604391" y="5815584"/>
            <a:ext cx="2468447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Victoria en Tormenta: desbloquea Cañoncito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55</a:t>
            </a:fld>
            <a:endParaRPr 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CÓMO SE LLEGA Y QUÉ PREMIA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Dónde está cada juego y qué da</a:t>
            </a:r>
            <a:endParaRPr lang="en-US" sz="2800" dirty="0"/>
          </a:p>
        </p:txBody>
      </p:sp>
      <p:graphicFrame>
        <p:nvGraphicFramePr>
          <p:cNvPr id="5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968364"/>
                <a:gridCol w="2863075"/>
                <a:gridCol w="3936728"/>
                <a:gridCol w="2326248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Juego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Dónde está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premia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Ranking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Rápidos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salida, junto al semáforo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Logros «Primera regata» y «Rápido» (con la mascota Tortuga turbo)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Mejor tiempo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Cañón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L'Illeta dels Banyets: panel de la isla y «Jugar»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Puntos y monedas por medalla, una vez al día cada una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Por jefe final: Fantasma y Kraken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Castillo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Castillo de Santa Bárbara: panel y «Jugar»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 logro por dificultad; Cañoncito y la estela del vórtice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 tablas: 3 dificultades × 3 duraciones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Los tres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Tablón del faro (Tabarca), minimapa y la ayuda «!»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Hoy todo de muestra: cifras y premios los fija 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También en /ranking de la web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56</a:t>
            </a:fld>
            <a:endParaRPr lang="en-US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LOS TRES JUEGOS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Quitar los atajos de prueba: enlaces que empiezan partidas a medias y el botón «Derrota: sumergirse»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el botón «Menú» y el «!» no tapen las tarjetas de la carrera en el móvil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Aprobar los tres juegos: nombres, textos, el Vecino Quejica, las mascotas y el Castillo entero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Fijar los premios: puntos y monedas por medalla y por logro, y los 80 s del logro «Rápido»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Ajustes de juego: cómo se hunde el barco al perder en el Cañón y si el Castillo se endurece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Música de BOIA para los juegos (hoy la crea la propia web) y el acto 3 del Cañón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y socios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57</a:t>
            </a:fld>
            <a:endParaRPr lang="en-US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 ·  MINIJUEGOS  ·  LOS TRES JUEGOS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¿Os gustan los nombres «Los Rápidos», «Que no pare la música» y «Defensa del Castillo», y las mascotas?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¿Los juegos dan sólo puntos y monedas, o también algo de verdad (un descuento, una consumición)?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¿El Castillo se queda así (hoy se gana fácil, también en Tormenta) o lo hacemos más difícil?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¿Salen los tres el primer día o abrimos uno nuevo cada cierto tiempo para tener novedades?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reto semanal en el Tablón del faro (p. ej. «gana el Castillo en Tormenta») con un descuento de premio.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 botón «Compartir mi medalla» en la tarjeta final, con una imagen lista para Instagram.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jefe del acto 3 del Cañón inspirado en el cartel de una fiesta de BOIA.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pantalla con el ranking de Los Rápidos en directo durante la fiesta.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58</a:t>
            </a:fld>
            <a:endParaRPr 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07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Admin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panel para cambiar la web y el mar sin tocar código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  ·   Contenido   ·   Eventos y mundo   ·   Control   ·   Con cuentas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59</a:t>
            </a:fld>
            <a:endParaRPr lang="en-US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ENTRADA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Se entra con el Carnet 000 y una contraseña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2880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Admin es el panel de BOIA para cambiar la web y el mar sin tocar código: eventos, textos, fotos, descuentos, el mapa… Se abre en /admin y está pensado para el ordenador.</a:t>
            </a:r>
            <a:endParaRPr lang="en-US" sz="1600" dirty="0"/>
          </a:p>
          <a:p>
            <a:pPr indent="0" marL="0">
              <a:lnSpc>
                <a:spcPct val="110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se entra con el Carnet 000 y la contraseña de la versión de prueba; la sesión dura 12 horas. Arriba, un aviso fijo recuerda que es una prueba, con «Salir del Admin».</a:t>
            </a:r>
            <a:endParaRPr lang="en-US" sz="1600" dirty="0"/>
          </a:p>
        </p:txBody>
      </p:sp>
      <p:sp>
        <p:nvSpPr>
          <p:cNvPr id="5" name="Destacado"/>
          <p:cNvSpPr txBox="1"/>
          <p:nvPr/>
        </p:nvSpPr>
        <p:spPr>
          <a:xfrm>
            <a:off x="548640" y="4937760"/>
            <a:ext cx="6035040" cy="1051560"/>
          </a:xfrm>
          <a:prstGeom prst="roundRect">
            <a:avLst>
              <a:gd name="adj" fmla="val 10435"/>
            </a:avLst>
          </a:prstGeom>
          <a:solidFill>
            <a:srgbClr val="1A3052"/>
          </a:solidFill>
          <a:ln w="12700">
            <a:solidFill>
              <a:srgbClr val="2F4A72"/>
            </a:solidFill>
          </a:ln>
        </p:spPr>
        <p:txBody>
          <a:bodyPr wrap="square" lIns="127000" tIns="203200" rIns="203200" bIns="12700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lo que cambias sólo lo ves tú, en tu navegador: nadie más lo ve todavía.</a:t>
            </a:r>
            <a:endParaRPr lang="en-US" sz="1700" dirty="0"/>
          </a:p>
        </p:txBody>
      </p:sp>
      <p:sp>
        <p:nvSpPr>
          <p:cNvPr id="6" name="Ventana"/>
          <p:cNvSpPr/>
          <p:nvPr/>
        </p:nvSpPr>
        <p:spPr>
          <a:xfrm>
            <a:off x="6949440" y="1812042"/>
            <a:ext cx="4693615" cy="2959597"/>
          </a:xfrm>
          <a:prstGeom prst="roundRect">
            <a:avLst>
              <a:gd name="adj" fmla="val 3090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077456" y="1885194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232904" y="1885194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388352" y="1885194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0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4" y="2049786"/>
            <a:ext cx="4583887" cy="266698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60</a:t>
            </a:fld>
            <a:endParaRPr lang="en-US"/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CONTENIDO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página principal y lo que sale en ella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Página principal: ordenar, ocultar y programar bloques; titular, botones y evento destacado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Enlaces: el contacto de «Comprar» de la tienda, el correo y los enlaces de Contacto y del pie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Textos y música: buscar y cambiar los textos de la web; subir música con su licencia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Artistas: nombre, géneros, foto y su enlace de Spotify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Fotos y vídeos: álbumes y «Fotos de una isla», con subida de archivos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va a un borrador: «Vista previa» en móvil u ordenador y, al final, «Publicar»</a:t>
            </a:r>
            <a:endParaRPr lang="en-US" sz="1500" dirty="0"/>
          </a:p>
        </p:txBody>
      </p:sp>
      <p:sp>
        <p:nvSpPr>
          <p:cNvPr id="5" name="Ventana"/>
          <p:cNvSpPr/>
          <p:nvPr/>
        </p:nvSpPr>
        <p:spPr>
          <a:xfrm>
            <a:off x="6949440" y="1713071"/>
            <a:ext cx="4693615" cy="3157538"/>
          </a:xfrm>
          <a:prstGeom prst="roundRect">
            <a:avLst>
              <a:gd name="adj" fmla="val 2896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77456" y="1786223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32904" y="1786223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88352" y="1786223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9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4" y="1950815"/>
            <a:ext cx="4583887" cy="286493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61</a:t>
            </a:fld>
            <a:endParaRPr lang="en-US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CONTENIDO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La vista previa y las fotos de una isla</a:t>
            </a:r>
            <a:endParaRPr lang="en-US" sz="2800" dirty="0"/>
          </a:p>
        </p:txBody>
      </p:sp>
      <p:sp>
        <p:nvSpPr>
          <p:cNvPr id="4" name="Ventana"/>
          <p:cNvSpPr/>
          <p:nvPr/>
        </p:nvSpPr>
        <p:spPr>
          <a:xfrm>
            <a:off x="548640" y="1788081"/>
            <a:ext cx="5272888" cy="3519583"/>
          </a:xfrm>
          <a:prstGeom prst="roundRect">
            <a:avLst>
              <a:gd name="adj" fmla="val 259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861233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" y="1861233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" y="1861233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025825"/>
            <a:ext cx="5163160" cy="3226975"/>
          </a:xfrm>
          <a:prstGeom prst="rect">
            <a:avLst/>
          </a:prstGeom>
        </p:spPr>
      </p:pic>
      <p:sp>
        <p:nvSpPr>
          <p:cNvPr id="9" name="Pie"/>
          <p:cNvSpPr txBox="1"/>
          <p:nvPr/>
        </p:nvSpPr>
        <p:spPr>
          <a:xfrm>
            <a:off x="411480" y="5399103"/>
            <a:ext cx="5547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Así quedará la web al pulsar «Publicar»</a:t>
            </a:r>
            <a:endParaRPr lang="en-US" sz="1200" dirty="0"/>
          </a:p>
        </p:txBody>
      </p:sp>
      <p:sp>
        <p:nvSpPr>
          <p:cNvPr id="10" name="Ventana"/>
          <p:cNvSpPr/>
          <p:nvPr/>
        </p:nvSpPr>
        <p:spPr>
          <a:xfrm>
            <a:off x="6370168" y="1788081"/>
            <a:ext cx="5272888" cy="3519583"/>
          </a:xfrm>
          <a:prstGeom prst="roundRect">
            <a:avLst>
              <a:gd name="adj" fmla="val 259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8184" y="1861233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53632" y="1861233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09080" y="1861233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032" y="2025825"/>
            <a:ext cx="5163160" cy="3226975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6233008" y="5399103"/>
            <a:ext cx="5547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Subir fotos y marcar el evento como pasado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62</a:t>
            </a:fld>
            <a:endParaRPr 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EVENTOS Y MUNDO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Eventos, descuentos y el mar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Eventos: fecha, lugar, precio, cartel, artistas e isla; siete estados, por fechas o a mano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Descuentos: código, % o €, fechas, prioridad y dónde se esconde en el mar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Mundo: mover lugares del mapa, cambiar el nombre y los textos de cada isla u ocultarla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Objetos: uno nuevo sin código en 10 pasos, desde cero o con 5 plantillas; nunca en tierra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Destino de la Fiestera: a qué isla lleva la Boia Fiestera en las partidas nuevas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Logros, cosméticos y rangos; Temporadas: qué mundo ve quien llega al mar</a:t>
            </a:r>
            <a:endParaRPr lang="en-US" sz="1500" dirty="0"/>
          </a:p>
        </p:txBody>
      </p:sp>
      <p:sp>
        <p:nvSpPr>
          <p:cNvPr id="5" name="Ventana"/>
          <p:cNvSpPr/>
          <p:nvPr/>
        </p:nvSpPr>
        <p:spPr>
          <a:xfrm>
            <a:off x="6949440" y="1713071"/>
            <a:ext cx="4693615" cy="3157538"/>
          </a:xfrm>
          <a:prstGeom prst="roundRect">
            <a:avLst>
              <a:gd name="adj" fmla="val 2896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77456" y="1786223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32904" y="1786223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88352" y="1786223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9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4" y="1950815"/>
            <a:ext cx="4583887" cy="286493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63</a:t>
            </a:fld>
            <a:endParaRPr 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EVENTOS Y MUNDO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eventos y el mapa del mundo</a:t>
            </a:r>
            <a:endParaRPr lang="en-US" sz="2800" dirty="0"/>
          </a:p>
        </p:txBody>
      </p:sp>
      <p:sp>
        <p:nvSpPr>
          <p:cNvPr id="4" name="Ventana"/>
          <p:cNvSpPr/>
          <p:nvPr/>
        </p:nvSpPr>
        <p:spPr>
          <a:xfrm>
            <a:off x="548640" y="1788081"/>
            <a:ext cx="5272888" cy="3519583"/>
          </a:xfrm>
          <a:prstGeom prst="roundRect">
            <a:avLst>
              <a:gd name="adj" fmla="val 259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76656" y="1861233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32104" y="1861233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87552" y="1861233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8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03504" y="2025825"/>
            <a:ext cx="5163160" cy="3226975"/>
          </a:xfrm>
          <a:prstGeom prst="rect">
            <a:avLst/>
          </a:prstGeom>
        </p:spPr>
      </p:pic>
      <p:sp>
        <p:nvSpPr>
          <p:cNvPr id="9" name="Pie"/>
          <p:cNvSpPr txBox="1"/>
          <p:nvPr/>
        </p:nvSpPr>
        <p:spPr>
          <a:xfrm>
            <a:off x="411480" y="5399103"/>
            <a:ext cx="5547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evento con su estado y su isla</a:t>
            </a:r>
            <a:endParaRPr lang="en-US" sz="1200" dirty="0"/>
          </a:p>
        </p:txBody>
      </p:sp>
      <p:sp>
        <p:nvSpPr>
          <p:cNvPr id="10" name="Ventana"/>
          <p:cNvSpPr/>
          <p:nvPr/>
        </p:nvSpPr>
        <p:spPr>
          <a:xfrm>
            <a:off x="6370168" y="1788081"/>
            <a:ext cx="5272888" cy="3519583"/>
          </a:xfrm>
          <a:prstGeom prst="roundRect">
            <a:avLst>
              <a:gd name="adj" fmla="val 2598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6498184" y="1861233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6653632" y="1861233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6809080" y="1861233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14" name="Image 1" descr="Captura de la web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5032" y="2025825"/>
            <a:ext cx="5163160" cy="3226975"/>
          </a:xfrm>
          <a:prstGeom prst="rect">
            <a:avLst/>
          </a:prstGeom>
        </p:spPr>
      </p:pic>
      <p:sp>
        <p:nvSpPr>
          <p:cNvPr id="15" name="Pie"/>
          <p:cNvSpPr txBox="1"/>
          <p:nvPr/>
        </p:nvSpPr>
        <p:spPr>
          <a:xfrm>
            <a:off x="6233008" y="5399103"/>
            <a:ext cx="5547208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mapa compartido: cada isla se edita aquí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64</a:t>
            </a:fld>
            <a:endParaRPr lang="en-US"/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CONTROL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603504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Moderación, papelera y auditoría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0350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Moderación: ocultar un Carnet, retirar su apodo o su foto, devolver una botella; siempre con motivo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Usuarios de administración: los roles (propietario, administrador, editor); hoy sólo se leen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Integraciones: ticketera, datos, correo y analítica, con lo que está conectado y lo que no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Papelera: lo borrado se recupera hasta que pasa el plazo; después se purga solo</a:t>
            </a:r>
            <a:endParaRPr lang="en-US" sz="1500" dirty="0"/>
          </a:p>
          <a:p>
            <a:pPr marL="228600" indent="-228600"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Auditoría: cada cambio con autor, fecha, antes y después; «Volver a la muestra» por área o todo</a:t>
            </a:r>
            <a:endParaRPr lang="en-US" sz="1500" dirty="0"/>
          </a:p>
        </p:txBody>
      </p:sp>
      <p:sp>
        <p:nvSpPr>
          <p:cNvPr id="5" name="Ventana"/>
          <p:cNvSpPr/>
          <p:nvPr/>
        </p:nvSpPr>
        <p:spPr>
          <a:xfrm>
            <a:off x="6949440" y="1713071"/>
            <a:ext cx="4693615" cy="3157538"/>
          </a:xfrm>
          <a:prstGeom prst="roundRect">
            <a:avLst>
              <a:gd name="adj" fmla="val 2896"/>
            </a:avLst>
          </a:prstGeom>
          <a:solidFill>
            <a:srgbClr val="05080F"/>
          </a:solidFill>
          <a:ln w="15875">
            <a:solidFill>
              <a:srgbClr val="2F4A72"/>
            </a:solidFill>
            <a:prstDash val="solid"/>
          </a:ln>
          <a:effectLst>
            <a:outerShdw sx="100000" sy="100000" kx="0" ky="0" algn="bl" rotWithShape="0" blurRad="127000" dist="50800" dir="5400000">
              <a:srgbClr val="000000">
                <a:alpha val="45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077456" y="1786223"/>
            <a:ext cx="91440" cy="91440"/>
          </a:xfrm>
          <a:prstGeom prst="ellipse">
            <a:avLst/>
          </a:prstGeom>
          <a:solidFill>
            <a:srgbClr val="EC4F24"/>
          </a:solidFill>
          <a:ln w="12700">
            <a:solidFill>
              <a:srgbClr val="EC4F24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232904" y="1786223"/>
            <a:ext cx="91440" cy="91440"/>
          </a:xfrm>
          <a:prstGeom prst="ellipse">
            <a:avLst/>
          </a:prstGeom>
          <a:solidFill>
            <a:srgbClr val="B9A6FF"/>
          </a:solidFill>
          <a:ln w="12700">
            <a:solidFill>
              <a:srgbClr val="B9A6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7388352" y="1786223"/>
            <a:ext cx="91440" cy="91440"/>
          </a:xfrm>
          <a:prstGeom prst="ellipse">
            <a:avLst/>
          </a:prstGeom>
          <a:solidFill>
            <a:srgbClr val="2F4A72"/>
          </a:solidFill>
          <a:ln w="12700">
            <a:solidFill>
              <a:srgbClr val="2F4A72"/>
            </a:solidFill>
            <a:prstDash val="solid"/>
          </a:ln>
        </p:spPr>
      </p:sp>
      <p:pic>
        <p:nvPicPr>
          <p:cNvPr id="9" name="Image 0" descr="Captura de la web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04304" y="1950815"/>
            <a:ext cx="4583887" cy="286493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65</a:t>
            </a:fld>
            <a:endParaRPr 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CON CUENTAS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Los paneles que se encienden con las cuentas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Entrada segura: código al email (o Carnet 000 y contraseña) y el código de una app del móvil</a:t>
            </a:r>
            <a:endParaRPr lang="en-US" sz="15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Fiestas y QR: el QR del sello de cada fiesta, cuándo vale, proyectarlo o imprimirlo, y su imagen</a:t>
            </a:r>
            <a:endParaRPr lang="en-US" sz="15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Socios y emails: las cuentas, quién acepta noticias (en hoja de cálculo) y el enlace de artistas</a:t>
            </a:r>
            <a:endParaRPr lang="en-US" sz="15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Moderación y Rankings sobre datos reales: anular una partida tramposa y poder devolverla</a:t>
            </a:r>
            <a:endParaRPr lang="en-US" sz="15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Seguridad: 10 códigos de respaldo por si se pierde el móvil de la app</a:t>
            </a:r>
            <a:endParaRPr lang="en-US" sz="15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Hechos y probados con un servidor de pruebas: falta encenderlos en la web publicada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8229600" y="1828800"/>
            <a:ext cx="3383280" cy="3383280"/>
          </a:xfrm>
          <a:prstGeom prst="ellipse">
            <a:avLst/>
          </a:prstGeom>
          <a:solidFill>
            <a:srgbClr val="07101F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6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642359" y="2240280"/>
            <a:ext cx="2557762" cy="256032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66</a:t>
            </a:fld>
            <a:endParaRPr lang="en-US"/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TODO EL ADMIN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Qué falta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23444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necesarios para salir   ·   2 pueden esperar</a:t>
            </a:r>
            <a:endParaRPr lang="en-US" sz="1300" dirty="0"/>
          </a:p>
        </p:txBody>
      </p:sp>
      <p:sp>
        <p:nvSpPr>
          <p:cNvPr id="5" name="Fila"/>
          <p:cNvSpPr/>
          <p:nvPr/>
        </p:nvSpPr>
        <p:spPr>
          <a:xfrm>
            <a:off x="548640" y="173736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6" name="Necesario para salir"/>
          <p:cNvSpPr txBox="1"/>
          <p:nvPr/>
        </p:nvSpPr>
        <p:spPr>
          <a:xfrm>
            <a:off x="731520" y="188366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3154680" y="173736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Encender las cuentas en la web publicada: entrada segura y los paneles de fiestas, socios y rankings</a:t>
            </a:r>
            <a:endParaRPr lang="en-US" sz="1500" dirty="0"/>
          </a:p>
        </p:txBody>
      </p:sp>
      <p:sp>
        <p:nvSpPr>
          <p:cNvPr id="8" name="Quién"/>
          <p:cNvSpPr txBox="1"/>
          <p:nvPr/>
        </p:nvSpPr>
        <p:spPr>
          <a:xfrm>
            <a:off x="9905695" y="173736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9" name="Fila"/>
          <p:cNvSpPr/>
          <p:nvPr/>
        </p:nvSpPr>
        <p:spPr>
          <a:xfrm>
            <a:off x="548640" y="2505456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0" name="Necesario para salir"/>
          <p:cNvSpPr txBox="1"/>
          <p:nvPr/>
        </p:nvSpPr>
        <p:spPr>
          <a:xfrm>
            <a:off x="731520" y="2651760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1" name="Text 9"/>
          <p:cNvSpPr txBox="1"/>
          <p:nvPr/>
        </p:nvSpPr>
        <p:spPr>
          <a:xfrm>
            <a:off x="3154680" y="2505456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Decidir quién del equipo entra al Admin y con qué rol (propietario, administrador o editor)</a:t>
            </a:r>
            <a:endParaRPr lang="en-US" sz="1500" dirty="0"/>
          </a:p>
        </p:txBody>
      </p:sp>
      <p:sp>
        <p:nvSpPr>
          <p:cNvPr id="12" name="Quién"/>
          <p:cNvSpPr txBox="1"/>
          <p:nvPr/>
        </p:nvSpPr>
        <p:spPr>
          <a:xfrm>
            <a:off x="9905695" y="2505456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</a:t>
            </a:r>
            <a:endParaRPr lang="en-US" sz="1200" dirty="0"/>
          </a:p>
        </p:txBody>
      </p:sp>
      <p:sp>
        <p:nvSpPr>
          <p:cNvPr id="13" name="Fila"/>
          <p:cNvSpPr/>
          <p:nvPr/>
        </p:nvSpPr>
        <p:spPr>
          <a:xfrm>
            <a:off x="548640" y="3273552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4" name="Necesario para salir"/>
          <p:cNvSpPr txBox="1"/>
          <p:nvPr/>
        </p:nvSpPr>
        <p:spPr>
          <a:xfrm>
            <a:off x="731520" y="3419856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3154680" y="3273552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cuenta propia para el Carnet 000, con su contraseña, la app del móvil y los códigos de respaldo</a:t>
            </a:r>
            <a:endParaRPr lang="en-US" sz="1500" dirty="0"/>
          </a:p>
        </p:txBody>
      </p:sp>
      <p:sp>
        <p:nvSpPr>
          <p:cNvPr id="16" name="Quién"/>
          <p:cNvSpPr txBox="1"/>
          <p:nvPr/>
        </p:nvSpPr>
        <p:spPr>
          <a:xfrm>
            <a:off x="9905695" y="3273552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17" name="Fila"/>
          <p:cNvSpPr/>
          <p:nvPr/>
        </p:nvSpPr>
        <p:spPr>
          <a:xfrm>
            <a:off x="548640" y="4041648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18" name="Necesario para salir"/>
          <p:cNvSpPr txBox="1"/>
          <p:nvPr/>
        </p:nvSpPr>
        <p:spPr>
          <a:xfrm>
            <a:off x="731520" y="4187952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EC4F24"/>
          </a:solidFill>
          <a:ln w="19050"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Necesario para salir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154680" y="4041648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Cambiar la contraseña de la versión de prueba del Admin: hoy se podría adivinar</a:t>
            </a:r>
            <a:endParaRPr lang="en-US" sz="1500" dirty="0"/>
          </a:p>
        </p:txBody>
      </p:sp>
      <p:sp>
        <p:nvSpPr>
          <p:cNvPr id="20" name="Quién"/>
          <p:cNvSpPr txBox="1"/>
          <p:nvPr/>
        </p:nvSpPr>
        <p:spPr>
          <a:xfrm>
            <a:off x="9905695" y="4041648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1" name="Fila"/>
          <p:cNvSpPr/>
          <p:nvPr/>
        </p:nvSpPr>
        <p:spPr>
          <a:xfrm>
            <a:off x="548640" y="4809744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2" name="Puede esperar"/>
          <p:cNvSpPr txBox="1"/>
          <p:nvPr/>
        </p:nvSpPr>
        <p:spPr>
          <a:xfrm>
            <a:off x="731520" y="4956048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3154680" y="4809744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los cambios de contenido (eventos, textos, fotos…) lleguen a todos; mientras, el contenido real lo mete Hernán</a:t>
            </a:r>
            <a:endParaRPr lang="en-US" sz="1500" dirty="0"/>
          </a:p>
        </p:txBody>
      </p:sp>
      <p:sp>
        <p:nvSpPr>
          <p:cNvPr id="24" name="Quién"/>
          <p:cNvSpPr txBox="1"/>
          <p:nvPr/>
        </p:nvSpPr>
        <p:spPr>
          <a:xfrm>
            <a:off x="9905695" y="4809744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Fila"/>
          <p:cNvSpPr/>
          <p:nvPr/>
        </p:nvSpPr>
        <p:spPr>
          <a:xfrm>
            <a:off x="548640" y="5577840"/>
            <a:ext cx="11094415" cy="640080"/>
          </a:xfrm>
          <a:prstGeom prst="roundRect">
            <a:avLst>
              <a:gd name="adj" fmla="val 14286"/>
            </a:avLst>
          </a:prstGeom>
          <a:solidFill>
            <a:srgbClr val="1A3052"/>
          </a:solidFill>
          <a:ln w="12700">
            <a:solidFill>
              <a:srgbClr val="1A3052"/>
            </a:solidFill>
            <a:prstDash val="solid"/>
          </a:ln>
        </p:spPr>
      </p:sp>
      <p:sp>
        <p:nvSpPr>
          <p:cNvPr id="26" name="Puede esperar"/>
          <p:cNvSpPr txBox="1"/>
          <p:nvPr/>
        </p:nvSpPr>
        <p:spPr>
          <a:xfrm>
            <a:off x="731520" y="5724144"/>
            <a:ext cx="2148840" cy="347472"/>
          </a:xfrm>
          <a:prstGeom prst="roundRect">
            <a:avLst>
              <a:gd name="adj" fmla="val 50000"/>
            </a:avLst>
          </a:prstGeom>
          <a:solidFill>
            <a:srgbClr val="0B1830"/>
          </a:solidFill>
          <a:ln w="19050"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Puede esperar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3154680" y="5577840"/>
            <a:ext cx="67052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Vídeos, el archivo propio de cada objeto nuevo en el mar y un editor del mapa de arrastrar y soltar</a:t>
            </a:r>
            <a:endParaRPr lang="en-US" sz="1500" dirty="0"/>
          </a:p>
        </p:txBody>
      </p:sp>
      <p:sp>
        <p:nvSpPr>
          <p:cNvPr id="28" name="Quién"/>
          <p:cNvSpPr txBox="1"/>
          <p:nvPr/>
        </p:nvSpPr>
        <p:spPr>
          <a:xfrm>
            <a:off x="9905695" y="5577840"/>
            <a:ext cx="1554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Hernán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67</a:t>
            </a:fld>
            <a:endParaRPr lang="en-US"/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 ·  ADMIN  ·  TODO EL ADMIN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 y propuestas</a:t>
            </a:r>
            <a:endParaRPr lang="en-US" sz="2800" dirty="0"/>
          </a:p>
        </p:txBody>
      </p:sp>
      <p:sp>
        <p:nvSpPr>
          <p:cNvPr id="4" name="Preguntas"/>
          <p:cNvSpPr/>
          <p:nvPr/>
        </p:nvSpPr>
        <p:spPr>
          <a:xfrm>
            <a:off x="548640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1691640"/>
            <a:ext cx="457200" cy="457200"/>
          </a:xfrm>
          <a:prstGeom prst="ellipse">
            <a:avLst/>
          </a:prstGeom>
          <a:solidFill>
            <a:srgbClr val="EC4F24"/>
          </a:solidFill>
          <a:ln>
            <a:solidFill>
              <a:srgbClr val="EC4F24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?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17320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Preguntas</a:t>
            </a:r>
            <a:endParaRPr lang="en-US" sz="20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entra al Admin, y quién puede publicar (administrador) o sólo preparar borradores (editor)?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¿Salimos con el contenido real metido por Hernán, o esperamos a que el Admin publique para todos?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¿Cuántos días guarda la papelera lo borrado antes de purgarlo?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¿Quién modera Carnets y botellas, y quién crea y proyecta el QR de cada fiesta?</a:t>
            </a:r>
            <a:endParaRPr lang="en-US" sz="1500" dirty="0"/>
          </a:p>
        </p:txBody>
      </p:sp>
      <p:sp>
        <p:nvSpPr>
          <p:cNvPr id="8" name="Propuestas"/>
          <p:cNvSpPr/>
          <p:nvPr/>
        </p:nvSpPr>
        <p:spPr>
          <a:xfrm>
            <a:off x="6278728" y="1417320"/>
            <a:ext cx="5364328" cy="4800600"/>
          </a:xfrm>
          <a:prstGeom prst="roundRect">
            <a:avLst>
              <a:gd name="adj" fmla="val 2667"/>
            </a:avLst>
          </a:prstGeom>
          <a:solidFill>
            <a:srgbClr val="1A3052"/>
          </a:solidFill>
          <a:ln w="12700">
            <a:solidFill>
              <a:srgbClr val="2F4A7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53048" y="1691640"/>
            <a:ext cx="457200" cy="457200"/>
          </a:xfrm>
          <a:prstGeom prst="ellipse">
            <a:avLst/>
          </a:prstGeom>
          <a:solidFill>
            <a:srgbClr val="B9A6FF"/>
          </a:solidFill>
          <a:ln>
            <a:solidFill>
              <a:srgbClr val="B9A6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05080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+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7147408" y="1691640"/>
            <a:ext cx="426704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Propuestas</a:t>
            </a:r>
            <a:endParaRPr lang="en-US" sz="2000" dirty="0"/>
          </a:p>
        </p:txBody>
      </p:sp>
      <p:sp>
        <p:nvSpPr>
          <p:cNvPr id="11" name="Text 9"/>
          <p:cNvSpPr txBox="1"/>
          <p:nvPr/>
        </p:nvSpPr>
        <p:spPr>
          <a:xfrm>
            <a:off x="6553048" y="2377440"/>
            <a:ext cx="4815688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prueba de 10 minutos con Álvaro usando el Admin para ver dónde se atasca (los requisitos la piden).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Poner la vista previa del borrador detrás de la misma entrada que el Admin.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Actualizar el aviso de arriba: aún dice «demo sin login» y ya se entra con el Carnet 000.</a:t>
            </a:r>
            <a:endParaRPr lang="en-US" sz="1500" dirty="0"/>
          </a:p>
          <a:p>
            <a:pPr marL="228600" indent="-2286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guía de una página, «Cómo publicar un evento y sus fotos», para el equipo.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68</a:t>
            </a:fld>
            <a:endParaRPr lang="en-US"/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001000" y="1325880"/>
            <a:ext cx="3749040" cy="3749040"/>
          </a:xfrm>
          <a:prstGeom prst="ellipse">
            <a:avLst/>
          </a:prstGeom>
          <a:solidFill>
            <a:srgbClr val="0B1830"/>
          </a:solidFill>
          <a:ln w="25400">
            <a:solidFill>
              <a:srgbClr val="2F4A72"/>
            </a:solidFill>
            <a:prstDash val="solid"/>
          </a:ln>
        </p:spPr>
      </p:sp>
      <p:pic>
        <p:nvPicPr>
          <p:cNvPr id="3" name="Image 0" descr="La mascota de BOIA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459616" y="1783080"/>
            <a:ext cx="2831808" cy="2834640"/>
          </a:xfrm>
          <a:prstGeom prst="rect">
            <a:avLst/>
          </a:prstGeom>
        </p:spPr>
      </p:pic>
      <p:sp>
        <p:nvSpPr>
          <p:cNvPr id="4" name="Número de parte"/>
          <p:cNvSpPr txBox="1"/>
          <p:nvPr/>
        </p:nvSpPr>
        <p:spPr>
          <a:xfrm>
            <a:off x="548640" y="640080"/>
            <a:ext cx="3657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2000" dirty="0">
                <a:solidFill>
                  <a:srgbClr val="EC4F24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08</a:t>
            </a:r>
            <a:endParaRPr lang="en-US" sz="12000" dirty="0"/>
          </a:p>
        </p:txBody>
      </p:sp>
      <p:sp>
        <p:nvSpPr>
          <p:cNvPr id="5" name="Título"/>
          <p:cNvSpPr txBox="1"/>
          <p:nvPr/>
        </p:nvSpPr>
        <p:spPr>
          <a:xfrm>
            <a:off x="548640" y="2606040"/>
            <a:ext cx="7315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Hoja de ruta para salir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41148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 necesario para publicar, quién lo hace y qué decidimos hoy</a:t>
            </a:r>
            <a:endParaRPr lang="en-US" sz="1800" dirty="0"/>
          </a:p>
        </p:txBody>
      </p:sp>
      <p:sp>
        <p:nvSpPr>
          <p:cNvPr id="7" name="Secciones"/>
          <p:cNvSpPr txBox="1"/>
          <p:nvPr/>
        </p:nvSpPr>
        <p:spPr>
          <a:xfrm>
            <a:off x="548640" y="5029200"/>
            <a:ext cx="6949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9A6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Álvaro   ·   Álvaro y socios   ·   Hernán   ·   Decisiones   ·   Cierre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69</a:t>
            </a:fld>
            <a:endParaRPr lang="en-US"/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  ·  ÁLVARO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Álvaro: entradas, enlaces, arte y textos</a:t>
            </a:r>
            <a:endParaRPr lang="en-US" sz="2800" dirty="0"/>
          </a:p>
        </p:txBody>
      </p:sp>
      <p:graphicFrame>
        <p:nvGraphicFramePr>
          <p:cNvPr id="7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548776"/>
                <a:gridCol w="7710298"/>
                <a:gridCol w="1600596"/>
                <a:gridCol w="123474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 falta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Elegir la ticketera y poner el enlace real de compra de cada evento, Nochevieja incluida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Confirmar horas, precios y lugar de Halloween, Sonido y Nochevieja (hoy son de muestra)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cartel de Halloween, y luego los de Sonido y Nochevieja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Crear en la ticketera los códigos de descuento reales del mar, con el % de cada uno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enlace real de cada artista (Spotify u otro) y la lista de BOIA en Spotify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Enlaces reales de contacto (correo, WhatsApp, Instagram, TikTok) e Instagram de la tienda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Datos legales reales (titular, NIF, domicilio, correo) y su revisión profesional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 + global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Aprobar el arte del hero (planeta, objetos 3D, imagen fija) y el de las islas del mar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arte final del Carnet y del sello de cada fiesta (hoy la tarjeta naranja es de muestra)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Aprobar textos: Filosofía (tal cual o cambiada), esquinas, «Consigue descuentos», páginas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70</a:t>
            </a:fld>
            <a:endParaRPr lang="en-US"/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  ·  ÁLVARO Y SOCIOS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Álvaro y socios: aprobar, fijar y fotos</a:t>
            </a:r>
            <a:endParaRPr lang="en-US" sz="2800" dirty="0"/>
          </a:p>
        </p:txBody>
      </p:sp>
      <p:graphicFrame>
        <p:nvGraphicFramePr>
          <p:cNvPr id="7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548776"/>
                <a:gridCol w="7710298"/>
                <a:gridCol w="1600596"/>
                <a:gridCol w="123474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 falta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Aprobar los textos del mar: fichas de islas, boias, náufrago y Boia Fiestera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Aprobar los textos del Carnet, del sello y del ranking, y la privacidad con cuentas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Visto bueno al mundo del mar: el planeta de agua, los logros y los premios de cada cosa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Aprobar los tres juegos: nombres, textos, Vecino Quejica, mascotas y el Castillo entero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Fijar los puntos de cada cosa, los rangos (nombres y cifras) y los límites contra trampas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Fijar premios de los juegos: puntos y monedas por medalla y logro, y los 80 s de «Rápido»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Decidir quién del equipo entra al Admin y con qué rol (propietario, administrador, editor)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Aprobar la taquilla de Halloween y Sonido: aviso, texto y 2 € de descuento con Carnet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Fotos de los productos reales de la tienda (solo, otro ángulo y puesto)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2, 3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Fotos reales de las fiestas pasadas, para sustituir los recuadros de muestra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71</a:t>
            </a:fld>
            <a:endParaRPr lang="en-US"/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  ·  HERNÁN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Hernán, y el visto bueno final</a:t>
            </a:r>
            <a:endParaRPr lang="en-US" sz="2800" dirty="0"/>
          </a:p>
        </p:txBody>
      </p:sp>
      <p:graphicFrame>
        <p:nvGraphicFramePr>
          <p:cNvPr id="7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548776"/>
                <a:gridCol w="7710298"/>
                <a:gridCol w="1600596"/>
                <a:gridCol w="1234745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#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hace falta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Parte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Encender cuentas y base de datos: entrada segura, sellos QR, Carnet, rankings, Admin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4, 7 + global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Una cuenta propia para el Carnet 000: contraseña, app del móvil y códigos de respaldo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Cambiar la contraseña de la versión de prueba del Admin: hoy se podría adivinar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Quitar los atajos de prueba del mar y de los juegos, con el botón «Derrota: sumergirse»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5, 6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Que «Menú» y el «!» no tapen las tarjetas de la carrera en el móvil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Probarla en móviles reales (iPhone, Android): scroll, batería, datos, lector de pantalla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Conectar el dominio definitivo y poner los servicios de la web a nombre de BOIA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Encender la analítica de visitas, con su aviso de cookies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Copias de seguridad de los datos, y probar que se pueden recuperar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Quitar todo lo de muestra y visto bueno final de Álvaro a la web entera: se publica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Hernán y 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global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72</a:t>
            </a:fld>
            <a:endParaRPr lang="en-US"/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  ·  DECISIONES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Lo que tenemos que decidir</a:t>
            </a:r>
            <a:endParaRPr lang="en-US" sz="2800" dirty="0"/>
          </a:p>
        </p:txBody>
      </p:sp>
      <p:graphicFrame>
        <p:nvGraphicFramePr>
          <p:cNvPr id="7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10451"/>
                <a:gridCol w="6743664"/>
                <a:gridCol w="17403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hay sobre la mesa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Quién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C4F24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Fecha para salir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¿Publicamos antes de Halloween (31 de octubre)? Marca el ritmo de toda la lista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Ticketera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Fourvenues es la candidata; ¿esa u otra, y hay ya cuenta?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Dominio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 nombre definitivo de la web (hoy, la dirección de prueba)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Próximo All Day BOIA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 fecha, para crear su evento en la web y en el mar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Puntos y premios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Cuánto vale cada cosa en el Carnet, los rangos y los premios de los juegos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Lista de correos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Qué mandamos a quien acepta noticias, cada cuánto y quién lo lleva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2233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Tipografía y música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¿Compramos la letra Druk Wide y música con licencia, o salimos con lo libre?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Álvaro y socios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101600" marR="101600" marT="50800" marB="50800" anchor="ctr">
                    <a:lnL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2F4A7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73</a:t>
            </a:fld>
            <a:endParaRPr lang="en-US"/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cción"/>
          <p:cNvSpPr txBox="1"/>
          <p:nvPr/>
        </p:nvSpPr>
        <p:spPr>
          <a:xfrm>
            <a:off x="548640" y="4114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C4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 ·  HOJA DE RUTA PARA SALIR  ·  CIERRE</a:t>
            </a:r>
            <a:endParaRPr lang="en-US" sz="11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713232"/>
            <a:ext cx="1109441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80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Gracias: ¿preguntas y propuestas?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828800"/>
            <a:ext cx="6949440" cy="4251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spcAft>
                <a:spcPts val="1000"/>
              </a:spcAft>
              <a:buNone/>
            </a:pPr>
            <a:r>
              <a:rPr lang="en-US" sz="16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web está construida: lo que falta es sobre todo contenido real, aprobar textos y encender las cuentas. Con la lista repartida, podemos salir pronto.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Hoy: decidir la fecha de salida y la ticketera.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Esta semana: cada uno mira sus líneas de la hoja de ruta.</a:t>
            </a:r>
            <a:endParaRPr lang="en-US" sz="1600" dirty="0"/>
          </a:p>
          <a:p>
            <a:pPr marL="228600" indent="-228600">
              <a:lnSpc>
                <a:spcPct val="105000"/>
              </a:lnSpc>
              <a:spcAft>
                <a:spcPts val="900"/>
              </a:spcAft>
              <a:buSzPct val="100000"/>
              <a:buChar char="•"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Abrid la versión de prueba y mandad lo que veáis.</a:t>
            </a:r>
            <a:endParaRPr lang="en-US" sz="1600" dirty="0"/>
          </a:p>
        </p:txBody>
      </p:sp>
      <p:sp>
        <p:nvSpPr>
          <p:cNvPr id="5" name="QR"/>
          <p:cNvSpPr/>
          <p:nvPr/>
        </p:nvSpPr>
        <p:spPr>
          <a:xfrm>
            <a:off x="8229600" y="1600200"/>
            <a:ext cx="3383280" cy="338328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 w="38100">
            <a:solidFill>
              <a:srgbClr val="EC4F24"/>
            </a:solidFill>
            <a:prstDash val="solid"/>
          </a:ln>
        </p:spPr>
      </p:sp>
      <p:pic>
        <p:nvPicPr>
          <p:cNvPr id="6" name="Image 0" descr="Código QR de https://boia-planet-roan.vercel.app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0" y="1874520"/>
            <a:ext cx="2834640" cy="2834640"/>
          </a:xfrm>
          <a:prstGeom prst="rect">
            <a:avLst/>
          </a:prstGeom>
        </p:spPr>
      </p:pic>
      <p:sp>
        <p:nvSpPr>
          <p:cNvPr id="7" name="Dirección del QR"/>
          <p:cNvSpPr txBox="1"/>
          <p:nvPr/>
        </p:nvSpPr>
        <p:spPr>
          <a:xfrm>
            <a:off x="7863840" y="509320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9D4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boia-planet-roan.vercel.app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54864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9D4E6"/>
                </a:solidFill>
                <a:latin typeface="Arial"/>
                <a:ea typeface="Arial"/>
                <a:cs typeface="Arial"/>
              </a:defRPr>
            </a:lvl1pPr>
          </a:lstStyle>
          <a:p>
            <a:pPr algn="l"/>
            <a:fld id="{F7021451-1387-4CA6-816F-3879F97B5CBC}" type="slidenum">
              <a:rPr b="0" lang="en-US"/>
              <a:t>74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 Black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BOIA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BOIA.PLANET — qué hay y qué falta para salir</dc:title>
  <dc:subject>PptxGenJS Presentation</dc:subject>
  <dc:creator>BOIA</dc:creator>
  <cp:lastModifiedBy>BOIA</cp:lastModifiedBy>
  <cp:revision>1</cp:revision>
  <dcterms:created xsi:type="dcterms:W3CDTF">2026-10-07T20:17:35Z</dcterms:created>
  <dcterms:modified xsi:type="dcterms:W3CDTF">2026-10-07T20:17:35Z</dcterms:modified>
</cp:coreProperties>
</file>