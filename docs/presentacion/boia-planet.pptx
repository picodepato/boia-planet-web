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01 · Portada y resumen" id="{6938e04d-e430-a0b2-376f-0ba0b80b0e19}">
          <p14:sldIdLst>
            <p14:sldId id="256"/>
            <p14:sldId id="257"/>
          </p14:sldIdLst>
        </p14:section>
        <p14:section name="02 · Landing" id="{076b8263-19b2-5aa0-5a4b-a54c8fe87e91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03 · Páginas" id="{f1d4383d-ae18-69db-b1ad-2b55cb6d5cad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04 · Carnet BOIA y Ranking" id="{936a9169-b72e-71d2-c74b-e43ed406d68e}">
          <p14:sldIdLst>
            <p14:sldId id="278"/>
            <p14:sldId id="279"/>
          </p14:sldIdLst>
        </p14:section>
        <p14:section name="05 · El océano" id="{fcbffcd6-5a38-c75b-2adc-ba247a613bdf}">
          <p14:sldIdLst>
            <p14:sldId id="280"/>
            <p14:sldId id="281"/>
          </p14:sldIdLst>
        </p14:section>
        <p14:section name="06 · Minijuegos" id="{6774c4f1-fb3d-62c5-bbd5-746bd07cb6f2}">
          <p14:sldIdLst>
            <p14:sldId id="282"/>
            <p14:sldId id="283"/>
          </p14:sldIdLst>
        </p14:section>
        <p14:section name="07 · Admin" id="{ebed1699-fa76-1972-1ff1-6b3219f4a786}">
          <p14:sldIdLst>
            <p14:sldId id="284"/>
            <p14:sldId id="285"/>
          </p14:sldIdLst>
        </p14:section>
        <p14:section name="08 · Hoja de ruta para salir" id="{349dbeb5-c990-570b-c605-38ae67613822}">
          <p14:sldIdLst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Repasamos la web entera, sección a sección, tal y como está hoy.
- En cada sección: qué es, qué tiene, qué falta para salir y vuestras preguntas.
- El objetivo: saber qué nos separa de publicarla cuanto 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Diapositiva provisional: la escribe la tarea T211.
- Se quita al escribir la parte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La landing es la puerta de entrada y la que vende entradas.
- Es una sola página que se baja con el dedo: del planeta al mar y a cada sección.
- Dos bloques: el hero con la compra, y las secciones que suben al bajar.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Es la primera impresión: tiene que cargar rápido también en móviles normales.
- «Consigue descuentos» tiene un destello suave cada 8 segundos.
- En las esquinas: «BOIA · Alicante», las coordenadas y la frase de BOIA.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Halloween y Sonido se pagan en la puerta: con el Carnet BOIA, 2 € menos.
- Nochevieja abre una compra de prueba: hoy no se cobra nada.
- Con «reducir movimiento», sin 3D o con poca memoria sale una imagen fija de Blender con los mismos botones.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Lo naranja hace falta sí o sí para publicar; lo violeta puede llegar después.
- Hoy las horas, los precios y los enlaces de compra son de muestra.
- La tipografía puede esperar: la que va ahora es casi igual.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Las propuestas salen del código y de los documentos: son ideas, no decisiones.
- Hoy la taquilla se marca en el contenido, no en el Admin.
- Apuntamos lo que se decida y entra en la hoja de ruta.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El próximo evento sale en grande; sin cartel, dice «Cartel próximamente».
- Cada evento tiene su botón de compra y su página.
- Las fotos son huecos de muestra; «Ver todas» y «Ir en barco» llevan a todas.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Punto de Hernán: falta el enlace real de cada artista (Spotify u otro).
- Sin foto: en la banda sólo sale el nombre; las fotos van en la página de artistas.
- La web no carga nada de Spotify: sólo enlaza.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Punto de Hernán: la filosofía la aprueba Álvaro, tal cual o con cambios.
- El menú «Filosofía» lleva directamente aquí.
- Hoy el Admin no edita este texto: el cambio lo pone Hernán en el contenido.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Tienda: camisetas, tote bags y pegatinas; cada una pasa tres fotos de muestra. «Comprar» manda a escribir por Instagram.
- Pie: el logo, la lista de Spotify, invitación al Carnet y al WhatsApp, redes, legales, «Ver la introducción» y «Probar admin».
- Cabecera: «Entradas» siempre a mano; con cuentas, «Cerrar sesión» junto al Carnet.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Todo esto entra sin tocar código: un archivo con los enlaces y una carpeta con las imágenes.
- Cada enlace de prueba lleva hoy la etiqueta «MUESTRA», que desaparece al poner el real.
- Sin fotos de artistas la banda funciona: sólo sale el nombre.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Son propuestas del equipo: Hernán las revisa antes de hacer nada.
- Lo que se decida entra en la hoja de ruta de la parte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Son páginas sencillas, sin el planeta 3D: cargan rápido y se pueden compartir por WhatsApp.
- Todo lo que se ve hoy es de muestra salvo los nombres y fechas de los eventos.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Hoy hay tres eventos a la venta: Halloween (31 oct), SONIDO (5 dic) y Nochevieja.
- Las fechas son reales; horas y precios, de muestra.
- Si alguien cambia algo en el Admin, la ficha lo enseña en ese navegador.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Halloween y SONIDO no se venden en la web: entradas en la puerta y 2 € de descuento con el Carnet BOIA.
- El aviso invita a hacerse el Carnet; es una forma de conseguir socios.
- Nochevieja sigue con la compra de prueba, que no cobra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La lista sale con iniciales en vez de foto y un Spotify de muestra en uno de cada dos.
- El enlace de artistas es uno solo: quien crea su Carnet con él lleva el sello «ARTISTA».
- Con cuentas, el Admin crea el enlace y puede cambiarlo; el anterior deja de valer.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Fotos: una galería por isla y evento; desde cada isla del mar se llega a sus fotos.
- El Admin ya puede subir fotos reales a un evento; hoy todas son recuadros de muestra.
- Tienda: no se vende online; «Comprar» manda a escribir por Instagram a @boia.planet.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El aviso de arriba evita que alguien lo tome por real mientras tanto.
- Hace falta un profesional que revise los textos con los datos de BOIA.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Halloween es el primer evento real: su cartel es lo más urgente.
- Las fotos de artistas pueden esperar: las iniciales quedan dignas.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Sin legales reales no se puede publicar: es lo que más tarda, hay que empezar ya.
- Las fotos de la tienda y de eventos dan mucha vida: mejor pocas y buenas.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Las propuestas salen del código y de los documentos: son ideas, no decisiones; Hernán las revisa.
- Lo que se decida entra en la hoja de ruta de la parte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Portada de la parte.
- La completa la tarea T207.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Diapositiva provisional.
- Se quita al escribir la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Portada de la parte.
- La completa la tarea T208.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Diapositiva provisional.
- Se quita al escribir la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Portada de la parte.
- La completa la tarea T209.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Diapositiva provisional.
- Se quita al escribir la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Portada de la parte.
- La completa la tarea T210.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Diapositiva provisional.
- Se quita al escribir la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Portada de la parte.
- La completa la tarea T211.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Diapositiva provisional.
- Se quita al escribir la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IA_PORTADA">
    <p:bg>
      <p:bgPr>
        <a:solidFill>
          <a:srgbClr val="0508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IA_PARTE">
    <p:bg>
      <p:bgPr>
        <a:solidFill>
          <a:srgbClr val="12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93969" y="6428232"/>
            <a:ext cx="849086" cy="23774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IA_ANCHO">
    <p:bg>
      <p:bgPr>
        <a:solidFill>
          <a:srgbClr val="0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93969" y="6428232"/>
            <a:ext cx="849086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IA_MITAD">
    <p:bg>
      <p:bgPr>
        <a:solidFill>
          <a:srgbClr val="0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93969" y="6428232"/>
            <a:ext cx="849086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image" Target="../media/image-5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1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jpe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jpeg"/><Relationship Id="rId3" Type="http://schemas.openxmlformats.org/officeDocument/2006/relationships/image" Target="../media/image-18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03720" y="777240"/>
            <a:ext cx="5120640" cy="512064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9483" y="1371600"/>
            <a:ext cx="3929113" cy="3931920"/>
          </a:xfrm>
          <a:prstGeom prst="rect">
            <a:avLst/>
          </a:prstGeom>
        </p:spPr>
      </p:pic>
      <p:pic>
        <p:nvPicPr>
          <p:cNvPr id="4" name="Image 1" descr="BOI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22960"/>
            <a:ext cx="4206240" cy="1177747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23317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PRESENTACIÓN PARA LOS SOCIOS DE BOIA</a:t>
            </a:r>
            <a:endParaRPr lang="en-US" sz="1300" dirty="0"/>
          </a:p>
        </p:txBody>
      </p:sp>
      <p:sp>
        <p:nvSpPr>
          <p:cNvPr id="6" name="Título"/>
          <p:cNvSpPr txBox="1"/>
          <p:nvPr/>
        </p:nvSpPr>
        <p:spPr>
          <a:xfrm>
            <a:off x="548640" y="269748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BOIA.PLANET</a:t>
            </a:r>
            <a:endParaRPr lang="en-US" sz="40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611880"/>
            <a:ext cx="6126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hay y qué falta para salir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Octubre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·  PORTADA Y RESUMEN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Pendiente: resumen y estado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949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Aquí irán qué es BOIA.PLANET, el mapa de la presentación y dónde está hoy la versión de prueba.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1828800"/>
            <a:ext cx="3383280" cy="338328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6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2359" y="2240280"/>
            <a:ext cx="2557762" cy="2560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Landing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primero que ve quien entra: el planeta, las entradas y todo BOIA en un solo scroll</a:t>
            </a:r>
            <a:endParaRPr lang="en-US" sz="1800" dirty="0"/>
          </a:p>
        </p:txBody>
      </p:sp>
      <p:sp>
        <p:nvSpPr>
          <p:cNvPr id="7" name="Secciones"/>
          <p:cNvSpPr txBox="1"/>
          <p:nvPr/>
        </p:nvSpPr>
        <p:spPr>
          <a:xfrm>
            <a:off x="548640" y="50292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Hero   ·   Entradas   ·   Próximo evento   ·   Fotos   ·   Artistas   ·   Filosofía   ·   Tienda   ·   Pie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HERO Y ENTRADAS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hero: el planeta BOIA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entrar aparece el planeta BOIA en 3D, con el nombre en grande y dos botones: «Zarpar», que lleva al océano a jugar, y «Entradas», que abre la compra.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Bajo «Zarpar», la línea «Consigue descuentos» recuerda que en el mar hay códigos escondidos.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bajar con el dedo, la cámara se zambulle en el mar y empieza el resto de la página.</a:t>
            </a:r>
            <a:endParaRPr lang="en-US" sz="1600" dirty="0"/>
          </a:p>
        </p:txBody>
      </p:sp>
      <p:sp>
        <p:nvSpPr>
          <p:cNvPr id="5" name="Destacado"/>
          <p:cNvSpPr txBox="1"/>
          <p:nvPr/>
        </p:nvSpPr>
        <p:spPr>
          <a:xfrm>
            <a:off x="548640" y="4937760"/>
            <a:ext cx="6035040" cy="1051560"/>
          </a:xfrm>
          <a:prstGeom prst="roundRect">
            <a:avLst>
              <a:gd name="adj" fmla="val 10435"/>
            </a:avLst>
          </a:prstGeom>
          <a:solidFill>
            <a:srgbClr val="1A3052"/>
          </a:solidFill>
          <a:ln w="12700">
            <a:solidFill>
              <a:srgbClr val="2F4A72"/>
            </a:solidFill>
          </a:ln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dos formas de convertir, en la primera pantalla: comprar o zarpar.</a:t>
            </a:r>
            <a:endParaRPr lang="en-US" sz="1700" dirty="0"/>
          </a:p>
        </p:txBody>
      </p:sp>
      <p:sp>
        <p:nvSpPr>
          <p:cNvPr id="6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8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HERO Y ENTRADAS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Entradas y la versión quieta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«Entradas»: los tres eventos a la venta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Halloween y Sonido: sólo en taquilla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animaciones: una imagen fija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HERO Y ENTRADAS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falta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necesarios para salir   ·   1 puede esperar</a:t>
            </a:r>
            <a:endParaRPr lang="en-US" sz="1300" dirty="0"/>
          </a:p>
        </p:txBody>
      </p:sp>
      <p:sp>
        <p:nvSpPr>
          <p:cNvPr id="5" name="Fila"/>
          <p:cNvSpPr/>
          <p:nvPr/>
        </p:nvSpPr>
        <p:spPr>
          <a:xfrm>
            <a:off x="548640" y="173736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6" name="Necesario para salir"/>
          <p:cNvSpPr txBox="1"/>
          <p:nvPr/>
        </p:nvSpPr>
        <p:spPr>
          <a:xfrm>
            <a:off x="731520" y="188366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173736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el arte del hero: el planeta, los objetos 3D y la imagen fija</a:t>
            </a:r>
            <a:endParaRPr lang="en-US" sz="1500" dirty="0"/>
          </a:p>
        </p:txBody>
      </p:sp>
      <p:sp>
        <p:nvSpPr>
          <p:cNvPr id="8" name="Quién"/>
          <p:cNvSpPr txBox="1"/>
          <p:nvPr/>
        </p:nvSpPr>
        <p:spPr>
          <a:xfrm>
            <a:off x="9905695" y="17373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9" name="Fila"/>
          <p:cNvSpPr/>
          <p:nvPr/>
        </p:nvSpPr>
        <p:spPr>
          <a:xfrm>
            <a:off x="548640" y="2505456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0" name="Necesario para salir"/>
          <p:cNvSpPr txBox="1"/>
          <p:nvPr/>
        </p:nvSpPr>
        <p:spPr>
          <a:xfrm>
            <a:off x="731520" y="2651760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50545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Elegir la ticketera y poner el enlace de compra real de cada evento</a:t>
            </a:r>
            <a:endParaRPr lang="en-US" sz="1500" dirty="0"/>
          </a:p>
        </p:txBody>
      </p:sp>
      <p:sp>
        <p:nvSpPr>
          <p:cNvPr id="12" name="Quién"/>
          <p:cNvSpPr txBox="1"/>
          <p:nvPr/>
        </p:nvSpPr>
        <p:spPr>
          <a:xfrm>
            <a:off x="9905695" y="250545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3" name="Fila"/>
          <p:cNvSpPr/>
          <p:nvPr/>
        </p:nvSpPr>
        <p:spPr>
          <a:xfrm>
            <a:off x="548640" y="3273552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4" name="Necesario para salir"/>
          <p:cNvSpPr txBox="1"/>
          <p:nvPr/>
        </p:nvSpPr>
        <p:spPr>
          <a:xfrm>
            <a:off x="731520" y="3419856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327355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Confirmar horas y precios de Halloween, Sonido y Nochevieja, y el descuento de 2 € en taquilla</a:t>
            </a:r>
            <a:endParaRPr lang="en-US" sz="1500" dirty="0"/>
          </a:p>
        </p:txBody>
      </p:sp>
      <p:sp>
        <p:nvSpPr>
          <p:cNvPr id="16" name="Quién"/>
          <p:cNvSpPr txBox="1"/>
          <p:nvPr/>
        </p:nvSpPr>
        <p:spPr>
          <a:xfrm>
            <a:off x="9905695" y="327355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7" name="Fila"/>
          <p:cNvSpPr/>
          <p:nvPr/>
        </p:nvSpPr>
        <p:spPr>
          <a:xfrm>
            <a:off x="548640" y="4041648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8" name="Necesario para salir"/>
          <p:cNvSpPr txBox="1"/>
          <p:nvPr/>
        </p:nvSpPr>
        <p:spPr>
          <a:xfrm>
            <a:off x="731520" y="4187952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4041648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los textos: la frase de las esquinas, «Consigue descuentos» y el aviso de taquilla</a:t>
            </a:r>
            <a:endParaRPr lang="en-US" sz="1500" dirty="0"/>
          </a:p>
        </p:txBody>
      </p:sp>
      <p:sp>
        <p:nvSpPr>
          <p:cNvPr id="20" name="Quién"/>
          <p:cNvSpPr txBox="1"/>
          <p:nvPr/>
        </p:nvSpPr>
        <p:spPr>
          <a:xfrm>
            <a:off x="9905695" y="40416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1" name="Fila"/>
          <p:cNvSpPr/>
          <p:nvPr/>
        </p:nvSpPr>
        <p:spPr>
          <a:xfrm>
            <a:off x="548640" y="4809744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2" name="Necesario para salir"/>
          <p:cNvSpPr txBox="1"/>
          <p:nvPr/>
        </p:nvSpPr>
        <p:spPr>
          <a:xfrm>
            <a:off x="731520" y="4956048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154680" y="480974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Probarlo en móviles de verdad (iPhone y Android): scroll, batería, datos y lector de pantalla</a:t>
            </a:r>
            <a:endParaRPr lang="en-US" sz="1500" dirty="0"/>
          </a:p>
        </p:txBody>
      </p:sp>
      <p:sp>
        <p:nvSpPr>
          <p:cNvPr id="24" name="Quién"/>
          <p:cNvSpPr txBox="1"/>
          <p:nvPr/>
        </p:nvSpPr>
        <p:spPr>
          <a:xfrm>
            <a:off x="9905695" y="480974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Hernán</a:t>
            </a:r>
            <a:endParaRPr lang="en-US" sz="1200" dirty="0"/>
          </a:p>
        </p:txBody>
      </p:sp>
      <p:sp>
        <p:nvSpPr>
          <p:cNvPr id="25" name="Fila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6" name="Puede esperar"/>
          <p:cNvSpPr txBox="1"/>
          <p:nvPr/>
        </p:nvSpPr>
        <p:spPr>
          <a:xfrm>
            <a:off x="731520" y="572414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154680" y="55778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Comprar la licencia de la tipografía Druk Wide (mientras, va una libre muy parecida)</a:t>
            </a:r>
            <a:endParaRPr lang="en-US" sz="1500" dirty="0"/>
          </a:p>
        </p:txBody>
      </p:sp>
      <p:sp>
        <p:nvSpPr>
          <p:cNvPr id="28" name="Quién"/>
          <p:cNvSpPr txBox="1"/>
          <p:nvPr/>
        </p:nvSpPr>
        <p:spPr>
          <a:xfrm>
            <a:off x="9905695" y="5577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HERO Y ENTRADAS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 y propuestas</a:t>
            </a:r>
            <a:endParaRPr lang="en-US" sz="2800" dirty="0"/>
          </a:p>
        </p:txBody>
      </p:sp>
      <p:sp>
        <p:nvSpPr>
          <p:cNvPr id="4" name="Preguntas"/>
          <p:cNvSpPr/>
          <p:nvPr/>
        </p:nvSpPr>
        <p:spPr>
          <a:xfrm>
            <a:off x="548640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57200" cy="457200"/>
          </a:xfrm>
          <a:prstGeom prst="ellipse">
            <a:avLst/>
          </a:prstGeom>
          <a:solidFill>
            <a:srgbClr val="EC4F24"/>
          </a:solidFill>
          <a:ln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¿Os gusta el planeta como primera imagen, o preferís empezar con el cartel del próximo evento?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ticketera usamos: Fourvenues u otra? ¿Hay ya cuenta?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¿Se entiende el aviso de taquilla? ¿Queréis poder activarlo desde el Admin?</a:t>
            </a:r>
            <a:endParaRPr lang="en-US" sz="1500" dirty="0"/>
          </a:p>
        </p:txBody>
      </p:sp>
      <p:sp>
        <p:nvSpPr>
          <p:cNvPr id="8" name="Propuestas"/>
          <p:cNvSpPr/>
          <p:nvPr/>
        </p:nvSpPr>
        <p:spPr>
          <a:xfrm>
            <a:off x="6278728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1691640"/>
            <a:ext cx="457200" cy="457200"/>
          </a:xfrm>
          <a:prstGeom prst="ellipse">
            <a:avLst/>
          </a:prstGeom>
          <a:solidFill>
            <a:srgbClr val="B9A6FF"/>
          </a:solidFill>
          <a:ln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508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147408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Propuestas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Poner bajo «Entradas» la fecha del próximo evento, para que se vea sin abrir el panel.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cuánta gente pulsa «Zarpar» y cuánta «Entradas» en las primeras semanas.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Vigilar el peso antes de añadir más: la página ya está en 195 de los 200 kB que nos pusimos de tope.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PRÓXIMO EVENTO Y FOTOS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Próximo evento, eventos y fotos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evento: Halloween, 31 de octubre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demás eventos a la venta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Fotos: una selección de la última vez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ARTISTAS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Artistas: las personas detrás del sonido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26 artistas de BOIA, de tres en tres: la lista va rotando sola cada 5 segundos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uno con sus géneros y, si lo tiene, su enlace a Spotify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Botón para pausar la rotación y «Ver todos los artistas», que abre su página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«Escúchalo en Spotify»: la lista de BOIA, un enlace normal sin reproductor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los enlaces son de prueba y llevan la etiqueta «MUESTRA»</a:t>
            </a:r>
            <a:endParaRPr lang="en-US" sz="1500" dirty="0"/>
          </a:p>
        </p:txBody>
      </p:sp>
      <p:sp>
        <p:nvSpPr>
          <p:cNvPr id="5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7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FILOSOFÍA Y CONTACTO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Filosofía y contacto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Filosofía va dentro de «Contacto»: dos párrafos y tres verbos, «Dar espacio», «Descubrir» y «Pertenecer».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texto es una versión corta del documento de Álvaro, escrita por el equipo. Está de muestra hasta que él lo lea.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Debajo, los datos de contacto: el correo y el WhatsApp de BOIA, hoy de prueba.</a:t>
            </a:r>
            <a:endParaRPr lang="en-US" sz="1600" dirty="0"/>
          </a:p>
        </p:txBody>
      </p:sp>
      <p:sp>
        <p:nvSpPr>
          <p:cNvPr id="5" name="Destacado"/>
          <p:cNvSpPr txBox="1"/>
          <p:nvPr/>
        </p:nvSpPr>
        <p:spPr>
          <a:xfrm>
            <a:off x="548640" y="4937760"/>
            <a:ext cx="6035040" cy="1051560"/>
          </a:xfrm>
          <a:prstGeom prst="roundRect">
            <a:avLst>
              <a:gd name="adj" fmla="val 10435"/>
            </a:avLst>
          </a:prstGeom>
          <a:solidFill>
            <a:srgbClr val="1A3052"/>
          </a:solidFill>
          <a:ln w="12700">
            <a:solidFill>
              <a:srgbClr val="2F4A72"/>
            </a:solidFill>
          </a:ln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 lo aprueba tal cual o lo cambia: es la voz de BOIA en la web.</a:t>
            </a:r>
            <a:endParaRPr lang="en-US" sz="1700" dirty="0"/>
          </a:p>
        </p:txBody>
      </p:sp>
      <p:sp>
        <p:nvSpPr>
          <p:cNvPr id="6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8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TIENDA, PIE Y CABECERA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Tienda, pie y cabecera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Tienda: sólo se vende en la fiesta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Pie: Carnet, WhatsApp, redes y legales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Menú: Carnet, Ranking, Sonido…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SECCIONES DE LA LANDING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falta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necesarios para salir   ·   1 puede esperar</a:t>
            </a:r>
            <a:endParaRPr lang="en-US" sz="1300" dirty="0"/>
          </a:p>
        </p:txBody>
      </p:sp>
      <p:sp>
        <p:nvSpPr>
          <p:cNvPr id="5" name="Fila"/>
          <p:cNvSpPr/>
          <p:nvPr/>
        </p:nvSpPr>
        <p:spPr>
          <a:xfrm>
            <a:off x="548640" y="173736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6" name="Necesario para salir"/>
          <p:cNvSpPr txBox="1"/>
          <p:nvPr/>
        </p:nvSpPr>
        <p:spPr>
          <a:xfrm>
            <a:off x="731520" y="188366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173736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enlace real de cada artista (Spotify u otro) y la lista de BOIA en Spotify</a:t>
            </a:r>
            <a:endParaRPr lang="en-US" sz="1500" dirty="0"/>
          </a:p>
        </p:txBody>
      </p:sp>
      <p:sp>
        <p:nvSpPr>
          <p:cNvPr id="8" name="Quién"/>
          <p:cNvSpPr txBox="1"/>
          <p:nvPr/>
        </p:nvSpPr>
        <p:spPr>
          <a:xfrm>
            <a:off x="9905695" y="17373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9" name="Fila"/>
          <p:cNvSpPr/>
          <p:nvPr/>
        </p:nvSpPr>
        <p:spPr>
          <a:xfrm>
            <a:off x="548640" y="2505456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0" name="Necesario para salir"/>
          <p:cNvSpPr txBox="1"/>
          <p:nvPr/>
        </p:nvSpPr>
        <p:spPr>
          <a:xfrm>
            <a:off x="731520" y="2651760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50545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el texto de la Filosofía tal cual, o cambiarlo</a:t>
            </a:r>
            <a:endParaRPr lang="en-US" sz="1500" dirty="0"/>
          </a:p>
        </p:txBody>
      </p:sp>
      <p:sp>
        <p:nvSpPr>
          <p:cNvPr id="12" name="Quién"/>
          <p:cNvSpPr txBox="1"/>
          <p:nvPr/>
        </p:nvSpPr>
        <p:spPr>
          <a:xfrm>
            <a:off x="9905695" y="250545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3" name="Fila"/>
          <p:cNvSpPr/>
          <p:nvPr/>
        </p:nvSpPr>
        <p:spPr>
          <a:xfrm>
            <a:off x="548640" y="3273552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4" name="Necesario para salir"/>
          <p:cNvSpPr txBox="1"/>
          <p:nvPr/>
        </p:nvSpPr>
        <p:spPr>
          <a:xfrm>
            <a:off x="731520" y="3419856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327355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de los productos reales de la tienda (sola, otro ángulo y puesta)</a:t>
            </a:r>
            <a:endParaRPr lang="en-US" sz="1500" dirty="0"/>
          </a:p>
        </p:txBody>
      </p:sp>
      <p:sp>
        <p:nvSpPr>
          <p:cNvPr id="16" name="Quién"/>
          <p:cNvSpPr txBox="1"/>
          <p:nvPr/>
        </p:nvSpPr>
        <p:spPr>
          <a:xfrm>
            <a:off x="9905695" y="327355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 y socios</a:t>
            </a:r>
            <a:endParaRPr lang="en-US" sz="1200" dirty="0"/>
          </a:p>
        </p:txBody>
      </p:sp>
      <p:sp>
        <p:nvSpPr>
          <p:cNvPr id="17" name="Fila"/>
          <p:cNvSpPr/>
          <p:nvPr/>
        </p:nvSpPr>
        <p:spPr>
          <a:xfrm>
            <a:off x="548640" y="4041648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8" name="Necesario para salir"/>
          <p:cNvSpPr txBox="1"/>
          <p:nvPr/>
        </p:nvSpPr>
        <p:spPr>
          <a:xfrm>
            <a:off x="731520" y="4187952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4041648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Enlaces reales: correo de contacto, WhatsApp, Instagram y TikTok</a:t>
            </a:r>
            <a:endParaRPr lang="en-US" sz="1500" dirty="0"/>
          </a:p>
        </p:txBody>
      </p:sp>
      <p:sp>
        <p:nvSpPr>
          <p:cNvPr id="20" name="Quién"/>
          <p:cNvSpPr txBox="1"/>
          <p:nvPr/>
        </p:nvSpPr>
        <p:spPr>
          <a:xfrm>
            <a:off x="9905695" y="40416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1" name="Fila"/>
          <p:cNvSpPr/>
          <p:nvPr/>
        </p:nvSpPr>
        <p:spPr>
          <a:xfrm>
            <a:off x="548640" y="4809744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2" name="Necesario para salir"/>
          <p:cNvSpPr txBox="1"/>
          <p:nvPr/>
        </p:nvSpPr>
        <p:spPr>
          <a:xfrm>
            <a:off x="731520" y="4956048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154680" y="480974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cartel de BOIA Halloween (y luego los de Sonido y Nochevieja)</a:t>
            </a:r>
            <a:endParaRPr lang="en-US" sz="1500" dirty="0"/>
          </a:p>
        </p:txBody>
      </p:sp>
      <p:sp>
        <p:nvSpPr>
          <p:cNvPr id="24" name="Quién"/>
          <p:cNvSpPr txBox="1"/>
          <p:nvPr/>
        </p:nvSpPr>
        <p:spPr>
          <a:xfrm>
            <a:off x="9905695" y="480974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5" name="Fila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6" name="Puede esperar"/>
          <p:cNvSpPr txBox="1"/>
          <p:nvPr/>
        </p:nvSpPr>
        <p:spPr>
          <a:xfrm>
            <a:off x="731520" y="572414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154680" y="55778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de los 26 artistas y fotos reales de las fiestas pasadas</a:t>
            </a:r>
            <a:endParaRPr lang="en-US" sz="1500" dirty="0"/>
          </a:p>
        </p:txBody>
      </p:sp>
      <p:sp>
        <p:nvSpPr>
          <p:cNvPr id="28" name="Quién"/>
          <p:cNvSpPr txBox="1"/>
          <p:nvPr/>
        </p:nvSpPr>
        <p:spPr>
          <a:xfrm>
            <a:off x="9905695" y="5577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SECCIONES DE LA LANDING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 y propuestas</a:t>
            </a:r>
            <a:endParaRPr lang="en-US" sz="2800" dirty="0"/>
          </a:p>
        </p:txBody>
      </p:sp>
      <p:sp>
        <p:nvSpPr>
          <p:cNvPr id="4" name="Preguntas"/>
          <p:cNvSpPr/>
          <p:nvPr/>
        </p:nvSpPr>
        <p:spPr>
          <a:xfrm>
            <a:off x="548640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57200" cy="457200"/>
          </a:xfrm>
          <a:prstGeom prst="ellipse">
            <a:avLst/>
          </a:prstGeom>
          <a:solidFill>
            <a:srgbClr val="EC4F24"/>
          </a:solidFill>
          <a:ln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hace las fotos de los productos de la tienda, y para cuándo?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artistas no tienen Spotify? ¿Enlazamos a Instagram o SoundCloud en su lugar?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¿Dejamos «Probar admin» en el pie al publicar, o se quita?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¿El orden de las secciones os parece bien: evento, fotos, artistas, tienda, contacto?</a:t>
            </a:r>
            <a:endParaRPr lang="en-US" sz="1500" dirty="0"/>
          </a:p>
        </p:txBody>
      </p:sp>
      <p:sp>
        <p:nvSpPr>
          <p:cNvPr id="8" name="Propuestas"/>
          <p:cNvSpPr/>
          <p:nvPr/>
        </p:nvSpPr>
        <p:spPr>
          <a:xfrm>
            <a:off x="6278728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1691640"/>
            <a:ext cx="457200" cy="457200"/>
          </a:xfrm>
          <a:prstGeom prst="ellipse">
            <a:avLst/>
          </a:prstGeom>
          <a:solidFill>
            <a:srgbClr val="B9A6FF"/>
          </a:solidFill>
          <a:ln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508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147408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Propuestas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Dejar que cada artista tenga otro enlace además de Spotify (hoy sólo hay uno).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Poner un precio orientativo en la tienda, aunque se pague en la fiesta.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Subir cinco o seis fotos buenas de un All Day pasado: dan más ganas que los huecos.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Páginas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Eventos, artistas, fotos, tienda y legales: las páginas que se abren por su enlace</a:t>
            </a:r>
            <a:endParaRPr lang="en-US" sz="1800" dirty="0"/>
          </a:p>
        </p:txBody>
      </p:sp>
      <p:sp>
        <p:nvSpPr>
          <p:cNvPr id="7" name="Secciones"/>
          <p:cNvSpPr txBox="1"/>
          <p:nvPr/>
        </p:nvSpPr>
        <p:spPr>
          <a:xfrm>
            <a:off x="548640" y="50292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   ·   Artistas   ·   Enlace de artistas   ·   Fotos   ·   Tienda   ·   Legales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EVENTOS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ficha de cada evento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página por evento, con su enlace propio para compartir: /eventos/halloween-2026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Cartel, fecha y hora, lugar, formato y precio; mientras no hay cartel, «Cartel próximamente»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Artistas del cartel, actividades (comida, mercadillo…) y descripción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«Comprar entradas» si está a la venta e «Ir a su isla», que lleva en barco a su isla del mar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ya pasó: sin compra, con sus recuerdos (fotos) y «Ver sus fotos»</a:t>
            </a:r>
            <a:endParaRPr lang="en-US" sz="1500" dirty="0"/>
          </a:p>
        </p:txBody>
      </p:sp>
      <p:sp>
        <p:nvSpPr>
          <p:cNvPr id="5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7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EVENTOS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Taquilla, actividades y recuerdos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Halloween y SONIDO: sólo en taquilla, 2 € menos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SONIDO: cartel, actividades y compra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evento que ya pasó: sus recuerdos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ARTISTAS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Todos los artistas y su enlace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373795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45014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20248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349024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/artistas: los 26, de la A a la Z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648071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9291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3015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623300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enlace de artistas abre su alta de Carnet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FOTOS Y TIENDA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Fotos y eventos, y la tienda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por isla y por evento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Tienda: cada producto rota tres fotos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«Comprar»: sólo a la venta en la fiesta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LEGALES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Aviso legal, privacidad y cookies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páginas enlazadas desde el pie: aviso legal y condiciones de uso, privacidad y cookies. Explican quién está detrás, qué datos se guardan y que no hay cookies de publicidad.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el titular y sus datos son inventados, y cada página lo avisa arriba en un recuadro. Con cuentas de usuario, la privacidad explica además qué se recoge y para qué.</a:t>
            </a:r>
            <a:endParaRPr lang="en-US" sz="1600" dirty="0"/>
          </a:p>
        </p:txBody>
      </p:sp>
      <p:sp>
        <p:nvSpPr>
          <p:cNvPr id="5" name="Destacado"/>
          <p:cNvSpPr txBox="1"/>
          <p:nvPr/>
        </p:nvSpPr>
        <p:spPr>
          <a:xfrm>
            <a:off x="548640" y="4937760"/>
            <a:ext cx="6035040" cy="1051560"/>
          </a:xfrm>
          <a:prstGeom prst="roundRect">
            <a:avLst>
              <a:gd name="adj" fmla="val 10435"/>
            </a:avLst>
          </a:prstGeom>
          <a:solidFill>
            <a:srgbClr val="1A3052"/>
          </a:solidFill>
          <a:ln w="12700">
            <a:solidFill>
              <a:srgbClr val="2F4A72"/>
            </a:solidFill>
          </a:ln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datos legales reales y revisados no se puede publicar.</a:t>
            </a:r>
            <a:endParaRPr lang="en-US" sz="1700" dirty="0"/>
          </a:p>
        </p:txBody>
      </p:sp>
      <p:sp>
        <p:nvSpPr>
          <p:cNvPr id="6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8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EVENTOS Y ARTISTAS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falta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necesarios para salir   ·   2 pueden esperar</a:t>
            </a:r>
            <a:endParaRPr lang="en-US" sz="1300" dirty="0"/>
          </a:p>
        </p:txBody>
      </p:sp>
      <p:sp>
        <p:nvSpPr>
          <p:cNvPr id="5" name="Fila"/>
          <p:cNvSpPr/>
          <p:nvPr/>
        </p:nvSpPr>
        <p:spPr>
          <a:xfrm>
            <a:off x="548640" y="173736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6" name="Necesario para salir"/>
          <p:cNvSpPr txBox="1"/>
          <p:nvPr/>
        </p:nvSpPr>
        <p:spPr>
          <a:xfrm>
            <a:off x="731520" y="188366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173736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Cartel de Halloween (y de SONIDO y Nochevieja cuando existan)</a:t>
            </a:r>
            <a:endParaRPr lang="en-US" sz="1500" dirty="0"/>
          </a:p>
        </p:txBody>
      </p:sp>
      <p:sp>
        <p:nvSpPr>
          <p:cNvPr id="8" name="Quién"/>
          <p:cNvSpPr txBox="1"/>
          <p:nvPr/>
        </p:nvSpPr>
        <p:spPr>
          <a:xfrm>
            <a:off x="9905695" y="17373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9" name="Fila"/>
          <p:cNvSpPr/>
          <p:nvPr/>
        </p:nvSpPr>
        <p:spPr>
          <a:xfrm>
            <a:off x="548640" y="2505456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0" name="Necesario para salir"/>
          <p:cNvSpPr txBox="1"/>
          <p:nvPr/>
        </p:nvSpPr>
        <p:spPr>
          <a:xfrm>
            <a:off x="731520" y="2651760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50545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Confirmar horas, precios y lugar de cada evento (hoy son de muestra)</a:t>
            </a:r>
            <a:endParaRPr lang="en-US" sz="1500" dirty="0"/>
          </a:p>
        </p:txBody>
      </p:sp>
      <p:sp>
        <p:nvSpPr>
          <p:cNvPr id="12" name="Quién"/>
          <p:cNvSpPr txBox="1"/>
          <p:nvPr/>
        </p:nvSpPr>
        <p:spPr>
          <a:xfrm>
            <a:off x="9905695" y="250545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3" name="Fila"/>
          <p:cNvSpPr/>
          <p:nvPr/>
        </p:nvSpPr>
        <p:spPr>
          <a:xfrm>
            <a:off x="548640" y="3273552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4" name="Necesario para salir"/>
          <p:cNvSpPr txBox="1"/>
          <p:nvPr/>
        </p:nvSpPr>
        <p:spPr>
          <a:xfrm>
            <a:off x="731520" y="3419856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327355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Elegir la ticketera y poner el enlace real de compra de Nochevieja</a:t>
            </a:r>
            <a:endParaRPr lang="en-US" sz="1500" dirty="0"/>
          </a:p>
        </p:txBody>
      </p:sp>
      <p:sp>
        <p:nvSpPr>
          <p:cNvPr id="16" name="Quién"/>
          <p:cNvSpPr txBox="1"/>
          <p:nvPr/>
        </p:nvSpPr>
        <p:spPr>
          <a:xfrm>
            <a:off x="9905695" y="327355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7" name="Fila"/>
          <p:cNvSpPr/>
          <p:nvPr/>
        </p:nvSpPr>
        <p:spPr>
          <a:xfrm>
            <a:off x="548640" y="4041648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8" name="Necesario para salir"/>
          <p:cNvSpPr txBox="1"/>
          <p:nvPr/>
        </p:nvSpPr>
        <p:spPr>
          <a:xfrm>
            <a:off x="731520" y="4187952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4041648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la taquilla de Halloween y SONIDO: el texto y los 2 € de descuento con Carnet</a:t>
            </a:r>
            <a:endParaRPr lang="en-US" sz="1500" dirty="0"/>
          </a:p>
        </p:txBody>
      </p:sp>
      <p:sp>
        <p:nvSpPr>
          <p:cNvPr id="20" name="Quién"/>
          <p:cNvSpPr txBox="1"/>
          <p:nvPr/>
        </p:nvSpPr>
        <p:spPr>
          <a:xfrm>
            <a:off x="9905695" y="40416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 y socios</a:t>
            </a:r>
            <a:endParaRPr lang="en-US" sz="1200" dirty="0"/>
          </a:p>
        </p:txBody>
      </p:sp>
      <p:sp>
        <p:nvSpPr>
          <p:cNvPr id="21" name="Fila"/>
          <p:cNvSpPr/>
          <p:nvPr/>
        </p:nvSpPr>
        <p:spPr>
          <a:xfrm>
            <a:off x="548640" y="4809744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2" name="Puede esperar"/>
          <p:cNvSpPr txBox="1"/>
          <p:nvPr/>
        </p:nvSpPr>
        <p:spPr>
          <a:xfrm>
            <a:off x="731520" y="4956048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154680" y="480974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del próximo All Day BOIA, para crear su evento</a:t>
            </a:r>
            <a:endParaRPr lang="en-US" sz="1500" dirty="0"/>
          </a:p>
        </p:txBody>
      </p:sp>
      <p:sp>
        <p:nvSpPr>
          <p:cNvPr id="24" name="Quién"/>
          <p:cNvSpPr txBox="1"/>
          <p:nvPr/>
        </p:nvSpPr>
        <p:spPr>
          <a:xfrm>
            <a:off x="9905695" y="480974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5" name="Fila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6" name="Puede esperar"/>
          <p:cNvSpPr txBox="1"/>
          <p:nvPr/>
        </p:nvSpPr>
        <p:spPr>
          <a:xfrm>
            <a:off x="731520" y="572414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154680" y="55778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de los 26 artistas y repartir el enlace de artistas (necesita cuentas)</a:t>
            </a:r>
            <a:endParaRPr lang="en-US" sz="1500" dirty="0"/>
          </a:p>
        </p:txBody>
      </p:sp>
      <p:sp>
        <p:nvSpPr>
          <p:cNvPr id="28" name="Quién"/>
          <p:cNvSpPr txBox="1"/>
          <p:nvPr/>
        </p:nvSpPr>
        <p:spPr>
          <a:xfrm>
            <a:off x="9905695" y="5577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FOTOS, TIENDA Y LEGALES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falta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necesarios para salir   ·   1 puede esperar</a:t>
            </a:r>
            <a:endParaRPr lang="en-US" sz="1300" dirty="0"/>
          </a:p>
        </p:txBody>
      </p:sp>
      <p:sp>
        <p:nvSpPr>
          <p:cNvPr id="5" name="Fila"/>
          <p:cNvSpPr/>
          <p:nvPr/>
        </p:nvSpPr>
        <p:spPr>
          <a:xfrm>
            <a:off x="548640" y="173736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6" name="Necesario para salir"/>
          <p:cNvSpPr txBox="1"/>
          <p:nvPr/>
        </p:nvSpPr>
        <p:spPr>
          <a:xfrm>
            <a:off x="731520" y="188366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173736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reales de los eventos pasados para sustituir los recuadros de muestra</a:t>
            </a:r>
            <a:endParaRPr lang="en-US" sz="1500" dirty="0"/>
          </a:p>
        </p:txBody>
      </p:sp>
      <p:sp>
        <p:nvSpPr>
          <p:cNvPr id="8" name="Quién"/>
          <p:cNvSpPr txBox="1"/>
          <p:nvPr/>
        </p:nvSpPr>
        <p:spPr>
          <a:xfrm>
            <a:off x="9905695" y="17373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 y socios</a:t>
            </a:r>
            <a:endParaRPr lang="en-US" sz="1200" dirty="0"/>
          </a:p>
        </p:txBody>
      </p:sp>
      <p:sp>
        <p:nvSpPr>
          <p:cNvPr id="9" name="Fila"/>
          <p:cNvSpPr/>
          <p:nvPr/>
        </p:nvSpPr>
        <p:spPr>
          <a:xfrm>
            <a:off x="548640" y="2505456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0" name="Necesario para salir"/>
          <p:cNvSpPr txBox="1"/>
          <p:nvPr/>
        </p:nvSpPr>
        <p:spPr>
          <a:xfrm>
            <a:off x="731520" y="2651760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50545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de los productos reales de la tienda (sola, otro ángulo, con modelo)</a:t>
            </a:r>
            <a:endParaRPr lang="en-US" sz="1500" dirty="0"/>
          </a:p>
        </p:txBody>
      </p:sp>
      <p:sp>
        <p:nvSpPr>
          <p:cNvPr id="12" name="Quién"/>
          <p:cNvSpPr txBox="1"/>
          <p:nvPr/>
        </p:nvSpPr>
        <p:spPr>
          <a:xfrm>
            <a:off x="9905695" y="250545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3" name="Fila"/>
          <p:cNvSpPr/>
          <p:nvPr/>
        </p:nvSpPr>
        <p:spPr>
          <a:xfrm>
            <a:off x="548640" y="3273552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4" name="Necesario para salir"/>
          <p:cNvSpPr txBox="1"/>
          <p:nvPr/>
        </p:nvSpPr>
        <p:spPr>
          <a:xfrm>
            <a:off x="731520" y="3419856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327355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Confirmar el Instagram real al que se escribe para comprar en la tienda</a:t>
            </a:r>
            <a:endParaRPr lang="en-US" sz="1500" dirty="0"/>
          </a:p>
        </p:txBody>
      </p:sp>
      <p:sp>
        <p:nvSpPr>
          <p:cNvPr id="16" name="Quién"/>
          <p:cNvSpPr txBox="1"/>
          <p:nvPr/>
        </p:nvSpPr>
        <p:spPr>
          <a:xfrm>
            <a:off x="9905695" y="327355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7" name="Fila"/>
          <p:cNvSpPr/>
          <p:nvPr/>
        </p:nvSpPr>
        <p:spPr>
          <a:xfrm>
            <a:off x="548640" y="4041648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8" name="Necesario para salir"/>
          <p:cNvSpPr txBox="1"/>
          <p:nvPr/>
        </p:nvSpPr>
        <p:spPr>
          <a:xfrm>
            <a:off x="731520" y="4187952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4041648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legales reales (titular, NIF, domicilio, correo) y revisión profesional</a:t>
            </a:r>
            <a:endParaRPr lang="en-US" sz="1500" dirty="0"/>
          </a:p>
        </p:txBody>
      </p:sp>
      <p:sp>
        <p:nvSpPr>
          <p:cNvPr id="20" name="Quién"/>
          <p:cNvSpPr txBox="1"/>
          <p:nvPr/>
        </p:nvSpPr>
        <p:spPr>
          <a:xfrm>
            <a:off x="9905695" y="40416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1" name="Fila"/>
          <p:cNvSpPr/>
          <p:nvPr/>
        </p:nvSpPr>
        <p:spPr>
          <a:xfrm>
            <a:off x="548640" y="4809744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2" name="Necesario para salir"/>
          <p:cNvSpPr txBox="1"/>
          <p:nvPr/>
        </p:nvSpPr>
        <p:spPr>
          <a:xfrm>
            <a:off x="731520" y="4956048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154680" y="480974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y aprobar los textos de estas páginas, que hoy son de muestra</a:t>
            </a:r>
            <a:endParaRPr lang="en-US" sz="1500" dirty="0"/>
          </a:p>
        </p:txBody>
      </p:sp>
      <p:sp>
        <p:nvSpPr>
          <p:cNvPr id="24" name="Quién"/>
          <p:cNvSpPr txBox="1"/>
          <p:nvPr/>
        </p:nvSpPr>
        <p:spPr>
          <a:xfrm>
            <a:off x="9905695" y="480974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5" name="Fila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6" name="Puede esperar"/>
          <p:cNvSpPr txBox="1"/>
          <p:nvPr/>
        </p:nvSpPr>
        <p:spPr>
          <a:xfrm>
            <a:off x="731520" y="572414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154680" y="55778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Probar una subida real de fotos con cuentas de usuario</a:t>
            </a:r>
            <a:endParaRPr lang="en-US" sz="1500" dirty="0"/>
          </a:p>
        </p:txBody>
      </p:sp>
      <p:sp>
        <p:nvSpPr>
          <p:cNvPr id="28" name="Quién"/>
          <p:cNvSpPr txBox="1"/>
          <p:nvPr/>
        </p:nvSpPr>
        <p:spPr>
          <a:xfrm>
            <a:off x="9905695" y="5577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Hernán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TODAS LAS PÁGINAS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 y propuestas</a:t>
            </a:r>
            <a:endParaRPr lang="en-US" sz="2800" dirty="0"/>
          </a:p>
        </p:txBody>
      </p:sp>
      <p:sp>
        <p:nvSpPr>
          <p:cNvPr id="4" name="Preguntas"/>
          <p:cNvSpPr/>
          <p:nvPr/>
        </p:nvSpPr>
        <p:spPr>
          <a:xfrm>
            <a:off x="548640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57200" cy="457200"/>
          </a:xfrm>
          <a:prstGeom prst="ellipse">
            <a:avLst/>
          </a:prstGeom>
          <a:solidFill>
            <a:srgbClr val="EC4F24"/>
          </a:solidFill>
          <a:ln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¿La taquilla con 2 € de descuento con Carnet se queda para Halloween y SONIDO, o también Nochevieja?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de BOIA tiene las fotos de fiestas pasadas y quién elige cuáles salen?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productos vendemos en la fiesta y quién les hace las fotos?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es el titular legal de la web (asociación, empresa, persona) y quién revisa los textos?</a:t>
            </a:r>
            <a:endParaRPr lang="en-US" sz="1500" dirty="0"/>
          </a:p>
        </p:txBody>
      </p:sp>
      <p:sp>
        <p:nvSpPr>
          <p:cNvPr id="8" name="Propuestas"/>
          <p:cNvSpPr/>
          <p:nvPr/>
        </p:nvSpPr>
        <p:spPr>
          <a:xfrm>
            <a:off x="6278728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1691640"/>
            <a:ext cx="457200" cy="457200"/>
          </a:xfrm>
          <a:prstGeom prst="ellipse">
            <a:avLst/>
          </a:prstGeom>
          <a:solidFill>
            <a:srgbClr val="B9A6FF"/>
          </a:solidFill>
          <a:ln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508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147408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Propuestas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Poder marcar «sólo en taquilla» desde el Admin, sin tocar el contenido a mano.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foto de cada fiesta pasada ya basta para que la página de fotos no salga vacía.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Poner precio orientativo a cada producto de la tienda para que nadie pregunte por Instagram.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Carnet BOIA y Ranking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Carnet con sus sellos, el sello de la fiesta y la clasificación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CARNET BOIA Y RANKING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Pendiente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949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parte está por escribir: la escribe la tarea T207.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1828800"/>
            <a:ext cx="3383280" cy="338328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6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2359" y="2240280"/>
            <a:ext cx="2557762" cy="2560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océano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mundo en 3D que se recorre en barco: islas, personajes, secretos y descuentos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EL OCÉANO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Pendiente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949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parte está por escribir: la escribe la tarea T208.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1828800"/>
            <a:ext cx="3383280" cy="338328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6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2359" y="2240280"/>
            <a:ext cx="2557762" cy="2560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Minijuegos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Rápidos, el Cañón y la Defensa del Castillo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·  MINIJUEGOS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Pendiente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949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parte está por escribir: la escribe la tarea T209.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1828800"/>
            <a:ext cx="3383280" cy="338328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6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2359" y="2240280"/>
            <a:ext cx="2557762" cy="2560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Admin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panel para cambiar la web sin tocar código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·  ADMIN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Pendiente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949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parte está por escribir: la escribe la tarea T210.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1828800"/>
            <a:ext cx="3383280" cy="338328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6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2359" y="2240280"/>
            <a:ext cx="2557762" cy="2560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Hoja de ruta para salir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 necesario para publicar, quién lo hace y qué decidimos hoy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·  HOJA DE RUTA PARA SALIR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Pendiente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949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parte está por escribir: la escribe la tarea T211.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1828800"/>
            <a:ext cx="3383280" cy="338328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6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2359" y="2240280"/>
            <a:ext cx="2557762" cy="2560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BOIA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BOIA.PLANET — qué hay y qué falta para salir</dc:title>
  <dc:subject>PptxGenJS Presentation</dc:subject>
  <dc:creator>BOIA</dc:creator>
  <cp:lastModifiedBy>BOIA</cp:lastModifiedBy>
  <cp:revision>1</cp:revision>
  <dcterms:created xsi:type="dcterms:W3CDTF">2026-10-07T19:16:55Z</dcterms:created>
  <dcterms:modified xsi:type="dcterms:W3CDTF">2026-10-07T19:16:55Z</dcterms:modified>
</cp:coreProperties>
</file>