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1 · Portada y resumen" id="{e01cd197-d7ec-71ca-6201-8876704d31c2}">
          <p14:sldIdLst>
            <p14:sldId id="256"/>
            <p14:sldId id="257"/>
          </p14:sldIdLst>
        </p14:section>
        <p14:section name="02 · Landing" id="{d24a7b35-2de3-f598-4569-0aaeff0a8409}">
          <p14:sldIdLst>
            <p14:sldId id="258"/>
            <p14:sldId id="259"/>
            <p14:sldId id="260"/>
            <p14:sldId id="261"/>
            <p14:sldId id="262"/>
          </p14:sldIdLst>
        </p14:section>
        <p14:section name="03 · Páginas" id="{5da56ff6-5840-b07a-6b49-9ebcb8e14fd2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4 · Carnet BOIA y Ranking" id="{60bd391c-18c9-7abf-4415-64245149c33e}">
          <p14:sldIdLst>
            <p14:sldId id="272"/>
            <p14:sldId id="273"/>
          </p14:sldIdLst>
        </p14:section>
        <p14:section name="05 · El océano" id="{7fc305df-3176-031f-1fbf-a1c97650527a}">
          <p14:sldIdLst>
            <p14:sldId id="274"/>
            <p14:sldId id="275"/>
          </p14:sldIdLst>
        </p14:section>
        <p14:section name="06 · Minijuegos" id="{c69f1005-087e-5d39-12a3-db26c812fb11}">
          <p14:sldIdLst>
            <p14:sldId id="276"/>
            <p14:sldId id="277"/>
          </p14:sldIdLst>
        </p14:section>
        <p14:section name="07 · Admin" id="{a4a30ea6-ebe0-c3d1-7e64-00c4621e77c4}">
          <p14:sldIdLst>
            <p14:sldId id="278"/>
            <p14:sldId id="279"/>
          </p14:sldIdLst>
        </p14:section>
        <p14:section name="08 · Hoja de ruta para salir" id="{d8abe97d-17e0-58f7-8d10-7ff599ca3175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Repasamos la web entera, sección a sección, tal y como está hoy.
- En cada sección: qué es, qué tiene, qué falta para salir y vuestras preguntas.
- El objetivo: saber qué nos separa de publicarla cuanto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provisional: la escribe la tarea T211.
- Se quita al escribir la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landing es la puerta de entrada y la que vende entradas.
- Es una sola página que se baja con el dedo: del planeta al mar y a cada sección.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Es la primera impresión: tiene que cargar rápido también en móviles normales.
- Si el móvil no puede con el 3D, se ve una imagen fija con los mismos botones.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panel enseña los eventos a la venta y lleva a la ticketera.
- Hoy los enlaces de compra son de muestra.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 naranja es lo que hace falta sí o sí para publicar.
- La tipografía puede esperar: la que va ahora es casi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decisiones.
- Apuntamos lo que se decida y entra en la hoja de ruta.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Son páginas sencillas, sin el planeta 3D: cargan rápido y se pueden compartir por WhatsApp.
- Todo lo que se ve hoy es de muestra salvo los nombres y fechas de los eventos.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Hoy hay tres eventos a la venta: Halloween (31 oct), SONIDO (5 dic) y Nochevieja.
- Las fechas son reales; horas y precios, de muestra.
- Si alguien cambia algo en el Admin, la ficha lo enseña en ese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y SONIDO no se venden en la web: entradas en la puerta y 2 € de descuento con el Carnet BOIA.
- El aviso invita a hacerse el Carnet; es una forma de conseguir socios.
- Nochevieja sigue con la compra de prueba, que no cobra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lista sale con iniciales en vez de foto y un Spotify de muestra en uno de cada dos.
- El enlace de artistas es uno solo: quien crea su Carnet con él lleva el sello «ARTISTA».
- Con cuentas, el Admin crea el enlace y puede cambiarlo; el anterior deja de valer.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Fotos: una galería por isla y evento; desde cada isla del mar se llega a sus fotos.
- El Admin ya puede subir fotos reales a un evento; hoy todas son recuadros de muestra.
- Tienda: no se vende online; «Comprar» manda a escribir por Instagram a @boia.planet.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aviso de arriba evita que alguien lo tome por real mientras tanto.
- Hace falta un profesional que revise los textos con los datos de BOIA.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es el primer evento real: su cartel es lo más urgente.
- Las fotos de artistas pueden esperar: las iniciales quedan dignas.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Sin legales reales no se puede publicar: es lo que más tarda, hay que empezar ya.
- Las fotos de la tienda y de eventos dan mucha vida: mejor pocas y buenas.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decisiones; Hernán las revisa.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ORTADA">
    <p:bg>
      <p:bgPr>
        <a:solidFill>
          <a:srgbClr val="05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ARTE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ANCHO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MITAD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777240"/>
            <a:ext cx="5120640" cy="512064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9483" y="1371600"/>
            <a:ext cx="3929113" cy="3931920"/>
          </a:xfrm>
          <a:prstGeom prst="rect">
            <a:avLst/>
          </a:prstGeom>
        </p:spPr>
      </p:pic>
      <p:pic>
        <p:nvPicPr>
          <p:cNvPr id="4" name="Image 1" descr="BO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22960"/>
            <a:ext cx="4206240" cy="117774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3317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PARA LOS SOCIOS DE BOIA</a:t>
            </a:r>
            <a:endParaRPr lang="en-US" sz="1300" dirty="0"/>
          </a:p>
        </p:txBody>
      </p:sp>
      <p:sp>
        <p:nvSpPr>
          <p:cNvPr id="6" name="Título"/>
          <p:cNvSpPr txBox="1"/>
          <p:nvPr/>
        </p:nvSpPr>
        <p:spPr>
          <a:xfrm>
            <a:off x="548640" y="269748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BOIA.PLANET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hay y qué falta para salir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PORTADA Y RESUMEN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Pendiente: resumen y estado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irán qué es BOIA.PLANET, el mapa de la presentación y dónde está hoy la versión de prueba.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primero que ve quien entra: el planeta, las entradas y todo BOIA en un solo scroll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  ·   Próximo evento   ·   Filosofía   ·   Artistas   ·   Fotos   ·   Tienda   ·   Contacto   ·   Pie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hero: el planeta BOIA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entrar aparece el planeta BOIA en 3D, con el nombre en grande y dos botones: «Zarpar», que lleva al océano para jugar y buscar descuentos, y «Entradas», que abre la compra.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bajar con el dedo, la cámara se acerca al mar y empieza el resto de la página.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convertir, en la primera pantalla: comprar o zarpar.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Comprar sin salir del hero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373795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45014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0248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349024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reposo: «Zarpar» y «Entradas»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648071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9291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015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623300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«Entradas» abre el panel de eventos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93852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arte del hero: el planeta, los objetos 3D y la imagen fija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615184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8163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615184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ticketera y poner los enlaces de compra reales en «Entradas»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6151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493008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69417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493008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la frase de las esquinas: «Música sin un único género…»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49300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370832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57200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370832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Probarlo en móviles de verdad: scroll, batería, ahorro de datos y lector de pantalla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37083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5248656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544982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5248656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Comprar la licencia de la tipografía Druk Wide (mientras, va una libre muy parecida)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524865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¿Os gusta el planeta como primera imagen, o preferís empezar con el cartel del próximo evento?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ticketera usamos: Fourvenues u otra? ¿Hay ya cuenta?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bajo «Entradas» la fecha del próximo evento, para que se vea sin abrir el panel.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cuánta gente pulsa «Zarpar» y cuánta «Entradas» en las primeras semanas.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Páginas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Eventos, artistas, fotos, tienda y legales: las páginas que se abren por su enlace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  ·   Artistas   ·   Enlace de artistas   ·   Fotos   ·   Tienda   ·   Legales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ficha de cada evento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página por evento, con su enlace propio para compartir: /eventos/halloween-2026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Cartel, fecha y hora, lugar, formato y precio; mientras no hay cartel, «Cartel próximamente»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Artistas del cartel, actividades (comida, mercadillo…) y descripción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«Comprar entradas» si está a la venta e «Ir a su isla», que lleva en barco a su isla del mar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ya pasó: sin compra, con sus recuerdos (fotos) y «Ver sus fotos»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Taquilla, actividades y recuerdos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Halloween y SONIDO: sólo en taquilla, 2 € menos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SONIDO: cartel, actividades y compra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evento que ya pasó: sus recuerdos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Todos los artistas y su enlace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373795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45014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0248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349024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/artistas: los 26, de la A a la Z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648071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9291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015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623300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enlace de artistas abre su alta de Carnet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FOTOS Y TIENDA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Fotos y eventos, y la tienda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por isla y por evento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Tienda: cada producto rota tres fotos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«Comprar»: sólo a la venta en la fiesta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LEGALES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Aviso legal, privacidad y cookies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páginas enlazadas desde el pie: aviso legal y condiciones de uso, privacidad y cookies. Explican quién está detrás, qué datos se guardan y que no hay cookies de publicidad.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el titular y sus datos son inventados, y cada página lo avisa arriba en un recuadro. Con cuentas de usuario, la privacidad explica además qué se recoge y para qué.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datos legales reales y revisados no se puede publicar.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 Y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2 pueden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 de Halloween (y de SONIDO y Nochevieja cuando existan)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horas, precios y lugar de cada evento (hoy son de muestra)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ticketera y poner el enlace real de compra de Nochevieja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la taquilla de Halloween y SONIDO: el texto y los 2 € de descuento con Carnet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del próximo All Day BOIA, para crear su evento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26 artistas y repartir el enlace de artistas (necesita cuentas)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FOTOS, TIENDA Y LEGALES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reales de los eventos pasados para sustituir los recuadros de muestra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productos reales de la tienda (sola, otro ángulo, con modelo)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el Instagram real al que se escribe para comprar en la tienda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legales reales (titular, NIF, domicilio, correo) y revisión profesional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y aprobar los textos de estas páginas, que hoy son de muestra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 una subida real de fotos con cuentas de usuario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TODAS LAS PÁGINAS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taquilla con 2 € de descuento con Carnet se queda para Halloween y SONIDO, o también Nochevieja?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de BOIA tiene las fotos de fiestas pasadas y quién elige cuáles salen?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productos vendemos en la fiesta y quién les hace las fotos?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es el titular legal de la web (asociación, empresa, persona) y quién revisa los textos?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 marcar «sólo en taquilla» desde el Admin, sin tocar el contenido a mano.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foto de cada fiesta pasada ya basta para que la página de fotos no salga vacía.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precio orientativo a cada producto de la tienda para que nadie pregunte por Instagram.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Carnet BOIA y Ranking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Carnet con sus sellos, el sello de la fiesta y la clasificación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T207.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océano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mundo en 3D que se recorre en barco: islas, personajes, secretos y descuentos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T208.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Minijuegos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Rápidos, el Cañón y la Defensa del Castillo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T209.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panel para cambiar la web sin tocar código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T210.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Hoja de ruta para salir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necesario para publicar, quién lo hace y qué decidimos hoy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HOJA DE RUTA PARA SALIR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T211.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BOIA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BOIA.PLANET — qué hay y qué falta para salir</dc:title>
  <dc:subject>PptxGenJS Presentation</dc:subject>
  <dc:creator>BOIA</dc:creator>
  <cp:lastModifiedBy>BOIA</cp:lastModifiedBy>
  <cp:revision>1</cp:revision>
  <dcterms:created xsi:type="dcterms:W3CDTF">2026-10-07T19:13:03Z</dcterms:created>
  <dcterms:modified xsi:type="dcterms:W3CDTF">2026-10-07T19:13:03Z</dcterms:modified>
</cp:coreProperties>
</file>